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004300" cy="7200900"/>
  <p:notesSz cx="9004300" cy="7200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47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00638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A2992-8226-4DB0-A0F5-96F3C5403782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2913" y="900113"/>
            <a:ext cx="3038475" cy="243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0113" y="3465513"/>
            <a:ext cx="7204075" cy="283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00638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5730E-5C2C-4030-8AD4-5A3F37DB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0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2232279"/>
            <a:ext cx="765365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 u="sng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4032504"/>
            <a:ext cx="630301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A6DA7-3A74-40CD-8B45-574BD20A00A9}" type="datetime1">
              <a:rPr lang="en-US" smtClean="0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 u="sng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16AC6-5017-472B-BA64-1EB38BF13A51}" type="datetime1">
              <a:rPr lang="en-US" smtClean="0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 u="sng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B9C4-208D-42EB-A9BD-9BD052C61643}" type="datetime1">
              <a:rPr lang="en-US" smtClean="0"/>
              <a:t>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 u="sng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D8F37-8DCD-48BC-BD96-FDA203FB65C3}" type="datetime1">
              <a:rPr lang="en-US" smtClean="0"/>
              <a:t>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36DBB-7524-4EA3-8221-A813FA4EC3AD}" type="datetime1">
              <a:rPr lang="en-US" smtClean="0"/>
              <a:t>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001125" cy="7200900"/>
          </a:xfrm>
          <a:custGeom>
            <a:avLst/>
            <a:gdLst/>
            <a:ahLst/>
            <a:cxnLst/>
            <a:rect l="l" t="t" r="r" b="b"/>
            <a:pathLst>
              <a:path w="9001125" h="7200900">
                <a:moveTo>
                  <a:pt x="9001124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9001124" y="0"/>
                </a:lnTo>
                <a:lnTo>
                  <a:pt x="9001124" y="7200899"/>
                </a:lnTo>
                <a:close/>
              </a:path>
            </a:pathLst>
          </a:custGeom>
          <a:solidFill>
            <a:srgbClr val="F1C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1187" y="226677"/>
            <a:ext cx="1617603" cy="404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 u="sng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310" y="1397402"/>
            <a:ext cx="4577715" cy="3606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10571" y="6675266"/>
            <a:ext cx="2075244" cy="48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16C07-9857-49A4-8C5D-8DA6C34A2C57}" type="datetime1">
              <a:rPr lang="en-US" smtClean="0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125" y="1622088"/>
            <a:ext cx="1762124" cy="31527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95562" y="1723544"/>
            <a:ext cx="3778387" cy="1113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84225">
              <a:lnSpc>
                <a:spcPct val="117800"/>
              </a:lnSpc>
              <a:spcBef>
                <a:spcPts val="90"/>
              </a:spcBef>
            </a:pPr>
            <a:r>
              <a:rPr sz="3150" u="none" spc="-20" dirty="0"/>
              <a:t>Hii, </a:t>
            </a:r>
            <a:r>
              <a:rPr sz="3150" u="none" dirty="0" err="1"/>
              <a:t>Iam</a:t>
            </a:r>
            <a:r>
              <a:rPr lang="en-US" sz="3150" u="none" dirty="0"/>
              <a:t> Siddhika</a:t>
            </a:r>
            <a:endParaRPr sz="3150" dirty="0"/>
          </a:p>
        </p:txBody>
      </p:sp>
      <p:sp>
        <p:nvSpPr>
          <p:cNvPr id="4" name="object 4"/>
          <p:cNvSpPr txBox="1"/>
          <p:nvPr/>
        </p:nvSpPr>
        <p:spPr>
          <a:xfrm>
            <a:off x="2713850" y="2926091"/>
            <a:ext cx="5441950" cy="132207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Welcome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to</a:t>
            </a:r>
            <a:r>
              <a:rPr sz="3150" spc="50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Power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BI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-10" dirty="0">
                <a:solidFill>
                  <a:srgbClr val="010000"/>
                </a:solidFill>
                <a:latin typeface="Comic Sans MS"/>
                <a:cs typeface="Comic Sans MS"/>
              </a:rPr>
              <a:t>Series</a:t>
            </a:r>
            <a:endParaRPr sz="3150">
              <a:latin typeface="Comic Sans MS"/>
              <a:cs typeface="Comic Sans MS"/>
            </a:endParaRPr>
          </a:p>
          <a:p>
            <a:pPr marL="1477010">
              <a:lnSpc>
                <a:spcPct val="100000"/>
              </a:lnSpc>
              <a:spcBef>
                <a:spcPts val="1520"/>
              </a:spcBef>
            </a:pPr>
            <a:r>
              <a:rPr sz="2400" b="1" dirty="0">
                <a:latin typeface="Comic Sans MS"/>
                <a:cs typeface="Comic Sans MS"/>
              </a:rPr>
              <a:t>Part -</a:t>
            </a:r>
            <a:r>
              <a:rPr sz="2400" b="1" spc="-25" dirty="0">
                <a:latin typeface="Comic Sans MS"/>
                <a:cs typeface="Comic Sans MS"/>
              </a:rPr>
              <a:t>27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470580"/>
            <a:ext cx="1899920" cy="1730375"/>
          </a:xfrm>
          <a:custGeom>
            <a:avLst/>
            <a:gdLst/>
            <a:ahLst/>
            <a:cxnLst/>
            <a:rect l="l" t="t" r="r" b="b"/>
            <a:pathLst>
              <a:path w="1899920" h="1730375">
                <a:moveTo>
                  <a:pt x="1681559" y="1730320"/>
                </a:moveTo>
                <a:lnTo>
                  <a:pt x="0" y="1730320"/>
                </a:lnTo>
                <a:lnTo>
                  <a:pt x="0" y="376706"/>
                </a:lnTo>
                <a:lnTo>
                  <a:pt x="40017" y="332333"/>
                </a:lnTo>
                <a:lnTo>
                  <a:pt x="71708" y="300642"/>
                </a:lnTo>
                <a:lnTo>
                  <a:pt x="104685" y="270280"/>
                </a:lnTo>
                <a:lnTo>
                  <a:pt x="138903" y="241290"/>
                </a:lnTo>
                <a:lnTo>
                  <a:pt x="174318" y="213718"/>
                </a:lnTo>
                <a:lnTo>
                  <a:pt x="210886" y="187606"/>
                </a:lnTo>
                <a:lnTo>
                  <a:pt x="248564" y="162998"/>
                </a:lnTo>
                <a:lnTo>
                  <a:pt x="287308" y="139940"/>
                </a:lnTo>
                <a:lnTo>
                  <a:pt x="327074" y="118473"/>
                </a:lnTo>
                <a:lnTo>
                  <a:pt x="367817" y="98643"/>
                </a:lnTo>
                <a:lnTo>
                  <a:pt x="409494" y="80494"/>
                </a:lnTo>
                <a:lnTo>
                  <a:pt x="452062" y="64068"/>
                </a:lnTo>
                <a:lnTo>
                  <a:pt x="495475" y="49411"/>
                </a:lnTo>
                <a:lnTo>
                  <a:pt x="539691" y="36565"/>
                </a:lnTo>
                <a:lnTo>
                  <a:pt x="584665" y="25575"/>
                </a:lnTo>
                <a:lnTo>
                  <a:pt x="630354" y="16485"/>
                </a:lnTo>
                <a:lnTo>
                  <a:pt x="676713" y="9338"/>
                </a:lnTo>
                <a:lnTo>
                  <a:pt x="723699" y="4179"/>
                </a:lnTo>
                <a:lnTo>
                  <a:pt x="771267" y="1052"/>
                </a:lnTo>
                <a:lnTo>
                  <a:pt x="819375" y="0"/>
                </a:lnTo>
                <a:lnTo>
                  <a:pt x="867482" y="1052"/>
                </a:lnTo>
                <a:lnTo>
                  <a:pt x="915051" y="4179"/>
                </a:lnTo>
                <a:lnTo>
                  <a:pt x="962036" y="9338"/>
                </a:lnTo>
                <a:lnTo>
                  <a:pt x="1008395" y="16485"/>
                </a:lnTo>
                <a:lnTo>
                  <a:pt x="1054084" y="25575"/>
                </a:lnTo>
                <a:lnTo>
                  <a:pt x="1099058" y="36565"/>
                </a:lnTo>
                <a:lnTo>
                  <a:pt x="1143274" y="49411"/>
                </a:lnTo>
                <a:lnTo>
                  <a:pt x="1186687" y="64068"/>
                </a:lnTo>
                <a:lnTo>
                  <a:pt x="1229255" y="80494"/>
                </a:lnTo>
                <a:lnTo>
                  <a:pt x="1270932" y="98643"/>
                </a:lnTo>
                <a:lnTo>
                  <a:pt x="1311675" y="118473"/>
                </a:lnTo>
                <a:lnTo>
                  <a:pt x="1351441" y="139940"/>
                </a:lnTo>
                <a:lnTo>
                  <a:pt x="1390185" y="162998"/>
                </a:lnTo>
                <a:lnTo>
                  <a:pt x="1427863" y="187606"/>
                </a:lnTo>
                <a:lnTo>
                  <a:pt x="1464431" y="213718"/>
                </a:lnTo>
                <a:lnTo>
                  <a:pt x="1499846" y="241290"/>
                </a:lnTo>
                <a:lnTo>
                  <a:pt x="1534064" y="270280"/>
                </a:lnTo>
                <a:lnTo>
                  <a:pt x="1567041" y="300642"/>
                </a:lnTo>
                <a:lnTo>
                  <a:pt x="1598732" y="332333"/>
                </a:lnTo>
                <a:lnTo>
                  <a:pt x="1629095" y="365310"/>
                </a:lnTo>
                <a:lnTo>
                  <a:pt x="1658084" y="399528"/>
                </a:lnTo>
                <a:lnTo>
                  <a:pt x="1685657" y="434943"/>
                </a:lnTo>
                <a:lnTo>
                  <a:pt x="1711768" y="471511"/>
                </a:lnTo>
                <a:lnTo>
                  <a:pt x="1736376" y="509189"/>
                </a:lnTo>
                <a:lnTo>
                  <a:pt x="1759434" y="547933"/>
                </a:lnTo>
                <a:lnTo>
                  <a:pt x="1780901" y="587699"/>
                </a:lnTo>
                <a:lnTo>
                  <a:pt x="1800731" y="628442"/>
                </a:lnTo>
                <a:lnTo>
                  <a:pt x="1818880" y="670119"/>
                </a:lnTo>
                <a:lnTo>
                  <a:pt x="1835306" y="712687"/>
                </a:lnTo>
                <a:lnTo>
                  <a:pt x="1849963" y="756100"/>
                </a:lnTo>
                <a:lnTo>
                  <a:pt x="1862809" y="800316"/>
                </a:lnTo>
                <a:lnTo>
                  <a:pt x="1873799" y="845290"/>
                </a:lnTo>
                <a:lnTo>
                  <a:pt x="1882889" y="890979"/>
                </a:lnTo>
                <a:lnTo>
                  <a:pt x="1890036" y="937338"/>
                </a:lnTo>
                <a:lnTo>
                  <a:pt x="1895195" y="984323"/>
                </a:lnTo>
                <a:lnTo>
                  <a:pt x="1898322" y="1031892"/>
                </a:lnTo>
                <a:lnTo>
                  <a:pt x="1899374" y="1079995"/>
                </a:lnTo>
                <a:lnTo>
                  <a:pt x="1898322" y="1128107"/>
                </a:lnTo>
                <a:lnTo>
                  <a:pt x="1895195" y="1175675"/>
                </a:lnTo>
                <a:lnTo>
                  <a:pt x="1890036" y="1222661"/>
                </a:lnTo>
                <a:lnTo>
                  <a:pt x="1882889" y="1269020"/>
                </a:lnTo>
                <a:lnTo>
                  <a:pt x="1873799" y="1314709"/>
                </a:lnTo>
                <a:lnTo>
                  <a:pt x="1862809" y="1359683"/>
                </a:lnTo>
                <a:lnTo>
                  <a:pt x="1849963" y="1403899"/>
                </a:lnTo>
                <a:lnTo>
                  <a:pt x="1835306" y="1447312"/>
                </a:lnTo>
                <a:lnTo>
                  <a:pt x="1818880" y="1489880"/>
                </a:lnTo>
                <a:lnTo>
                  <a:pt x="1800731" y="1531557"/>
                </a:lnTo>
                <a:lnTo>
                  <a:pt x="1780901" y="1572300"/>
                </a:lnTo>
                <a:lnTo>
                  <a:pt x="1759434" y="1612066"/>
                </a:lnTo>
                <a:lnTo>
                  <a:pt x="1736376" y="1650810"/>
                </a:lnTo>
                <a:lnTo>
                  <a:pt x="1711768" y="1688488"/>
                </a:lnTo>
                <a:lnTo>
                  <a:pt x="1685657" y="1725056"/>
                </a:lnTo>
                <a:lnTo>
                  <a:pt x="1681559" y="1730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8406" y="509967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1009650"/>
          </a:xfrm>
          <a:custGeom>
            <a:avLst/>
            <a:gdLst/>
            <a:ahLst/>
            <a:cxnLst/>
            <a:rect l="l" t="t" r="r" b="b"/>
            <a:pathLst>
              <a:path w="1181100" h="1009650">
                <a:moveTo>
                  <a:pt x="719999" y="1009419"/>
                </a:moveTo>
                <a:lnTo>
                  <a:pt x="672659" y="1007888"/>
                </a:lnTo>
                <a:lnTo>
                  <a:pt x="626137" y="1003357"/>
                </a:lnTo>
                <a:lnTo>
                  <a:pt x="580527" y="995921"/>
                </a:lnTo>
                <a:lnTo>
                  <a:pt x="535924" y="985674"/>
                </a:lnTo>
                <a:lnTo>
                  <a:pt x="492424" y="972713"/>
                </a:lnTo>
                <a:lnTo>
                  <a:pt x="450120" y="957132"/>
                </a:lnTo>
                <a:lnTo>
                  <a:pt x="409109" y="939025"/>
                </a:lnTo>
                <a:lnTo>
                  <a:pt x="369485" y="918488"/>
                </a:lnTo>
                <a:lnTo>
                  <a:pt x="331343" y="895615"/>
                </a:lnTo>
                <a:lnTo>
                  <a:pt x="294777" y="870501"/>
                </a:lnTo>
                <a:lnTo>
                  <a:pt x="259882" y="843242"/>
                </a:lnTo>
                <a:lnTo>
                  <a:pt x="226754" y="813931"/>
                </a:lnTo>
                <a:lnTo>
                  <a:pt x="195488" y="782664"/>
                </a:lnTo>
                <a:lnTo>
                  <a:pt x="166177" y="749536"/>
                </a:lnTo>
                <a:lnTo>
                  <a:pt x="138918" y="714642"/>
                </a:lnTo>
                <a:lnTo>
                  <a:pt x="113804" y="678076"/>
                </a:lnTo>
                <a:lnTo>
                  <a:pt x="90931" y="639934"/>
                </a:lnTo>
                <a:lnTo>
                  <a:pt x="70394" y="600309"/>
                </a:lnTo>
                <a:lnTo>
                  <a:pt x="52287" y="559298"/>
                </a:lnTo>
                <a:lnTo>
                  <a:pt x="36706" y="516995"/>
                </a:lnTo>
                <a:lnTo>
                  <a:pt x="23744" y="473495"/>
                </a:lnTo>
                <a:lnTo>
                  <a:pt x="13498" y="428892"/>
                </a:lnTo>
                <a:lnTo>
                  <a:pt x="6062" y="383282"/>
                </a:lnTo>
                <a:lnTo>
                  <a:pt x="1531" y="336760"/>
                </a:lnTo>
                <a:lnTo>
                  <a:pt x="0" y="289419"/>
                </a:lnTo>
                <a:lnTo>
                  <a:pt x="1531" y="242079"/>
                </a:lnTo>
                <a:lnTo>
                  <a:pt x="6062" y="195557"/>
                </a:lnTo>
                <a:lnTo>
                  <a:pt x="13498" y="149947"/>
                </a:lnTo>
                <a:lnTo>
                  <a:pt x="23744" y="105344"/>
                </a:lnTo>
                <a:lnTo>
                  <a:pt x="36706" y="61844"/>
                </a:lnTo>
                <a:lnTo>
                  <a:pt x="52287" y="19541"/>
                </a:lnTo>
                <a:lnTo>
                  <a:pt x="60915" y="0"/>
                </a:lnTo>
                <a:lnTo>
                  <a:pt x="1180500" y="0"/>
                </a:lnTo>
                <a:lnTo>
                  <a:pt x="1180500" y="842902"/>
                </a:lnTo>
                <a:lnTo>
                  <a:pt x="1145222" y="870501"/>
                </a:lnTo>
                <a:lnTo>
                  <a:pt x="1108656" y="895615"/>
                </a:lnTo>
                <a:lnTo>
                  <a:pt x="1070514" y="918488"/>
                </a:lnTo>
                <a:lnTo>
                  <a:pt x="1030889" y="939025"/>
                </a:lnTo>
                <a:lnTo>
                  <a:pt x="989878" y="957132"/>
                </a:lnTo>
                <a:lnTo>
                  <a:pt x="947575" y="972713"/>
                </a:lnTo>
                <a:lnTo>
                  <a:pt x="904075" y="985674"/>
                </a:lnTo>
                <a:lnTo>
                  <a:pt x="859472" y="995921"/>
                </a:lnTo>
                <a:lnTo>
                  <a:pt x="813862" y="1003357"/>
                </a:lnTo>
                <a:lnTo>
                  <a:pt x="767339" y="1007888"/>
                </a:lnTo>
                <a:lnTo>
                  <a:pt x="719999" y="100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97574" y="70580"/>
            <a:ext cx="972819" cy="972819"/>
          </a:xfrm>
          <a:custGeom>
            <a:avLst/>
            <a:gdLst/>
            <a:ahLst/>
            <a:cxnLst/>
            <a:rect l="l" t="t" r="r" b="b"/>
            <a:pathLst>
              <a:path w="972820" h="972819">
                <a:moveTo>
                  <a:pt x="486284" y="972567"/>
                </a:moveTo>
                <a:lnTo>
                  <a:pt x="439451" y="970341"/>
                </a:lnTo>
                <a:lnTo>
                  <a:pt x="393878" y="963798"/>
                </a:lnTo>
                <a:lnTo>
                  <a:pt x="349768" y="953144"/>
                </a:lnTo>
                <a:lnTo>
                  <a:pt x="307326" y="938580"/>
                </a:lnTo>
                <a:lnTo>
                  <a:pt x="266754" y="920312"/>
                </a:lnTo>
                <a:lnTo>
                  <a:pt x="228257" y="898542"/>
                </a:lnTo>
                <a:lnTo>
                  <a:pt x="192039" y="873475"/>
                </a:lnTo>
                <a:lnTo>
                  <a:pt x="158302" y="845314"/>
                </a:lnTo>
                <a:lnTo>
                  <a:pt x="127252" y="814264"/>
                </a:lnTo>
                <a:lnTo>
                  <a:pt x="99091" y="780528"/>
                </a:lnTo>
                <a:lnTo>
                  <a:pt x="74024" y="744309"/>
                </a:lnTo>
                <a:lnTo>
                  <a:pt x="52255" y="705812"/>
                </a:lnTo>
                <a:lnTo>
                  <a:pt x="33986" y="665240"/>
                </a:lnTo>
                <a:lnTo>
                  <a:pt x="19423" y="622798"/>
                </a:lnTo>
                <a:lnTo>
                  <a:pt x="8768" y="578688"/>
                </a:lnTo>
                <a:lnTo>
                  <a:pt x="2225" y="533116"/>
                </a:lnTo>
                <a:lnTo>
                  <a:pt x="0" y="486279"/>
                </a:lnTo>
                <a:lnTo>
                  <a:pt x="2225" y="439451"/>
                </a:lnTo>
                <a:lnTo>
                  <a:pt x="8768" y="393878"/>
                </a:lnTo>
                <a:lnTo>
                  <a:pt x="19423" y="349768"/>
                </a:lnTo>
                <a:lnTo>
                  <a:pt x="33986" y="307326"/>
                </a:lnTo>
                <a:lnTo>
                  <a:pt x="52255" y="266754"/>
                </a:lnTo>
                <a:lnTo>
                  <a:pt x="74024" y="228257"/>
                </a:lnTo>
                <a:lnTo>
                  <a:pt x="99091" y="192039"/>
                </a:lnTo>
                <a:lnTo>
                  <a:pt x="127252" y="158302"/>
                </a:lnTo>
                <a:lnTo>
                  <a:pt x="158302" y="127252"/>
                </a:lnTo>
                <a:lnTo>
                  <a:pt x="192039" y="99091"/>
                </a:lnTo>
                <a:lnTo>
                  <a:pt x="228257" y="74024"/>
                </a:lnTo>
                <a:lnTo>
                  <a:pt x="266754" y="52255"/>
                </a:lnTo>
                <a:lnTo>
                  <a:pt x="307326" y="33986"/>
                </a:lnTo>
                <a:lnTo>
                  <a:pt x="349768" y="19423"/>
                </a:lnTo>
                <a:lnTo>
                  <a:pt x="393878" y="8768"/>
                </a:lnTo>
                <a:lnTo>
                  <a:pt x="439451" y="2226"/>
                </a:lnTo>
                <a:lnTo>
                  <a:pt x="486283" y="0"/>
                </a:lnTo>
                <a:lnTo>
                  <a:pt x="533116" y="2226"/>
                </a:lnTo>
                <a:lnTo>
                  <a:pt x="578688" y="8768"/>
                </a:lnTo>
                <a:lnTo>
                  <a:pt x="622798" y="19423"/>
                </a:lnTo>
                <a:lnTo>
                  <a:pt x="665240" y="33986"/>
                </a:lnTo>
                <a:lnTo>
                  <a:pt x="705812" y="52255"/>
                </a:lnTo>
                <a:lnTo>
                  <a:pt x="744309" y="74024"/>
                </a:lnTo>
                <a:lnTo>
                  <a:pt x="780528" y="99091"/>
                </a:lnTo>
                <a:lnTo>
                  <a:pt x="814264" y="127252"/>
                </a:lnTo>
                <a:lnTo>
                  <a:pt x="845314" y="158302"/>
                </a:lnTo>
                <a:lnTo>
                  <a:pt x="873475" y="192039"/>
                </a:lnTo>
                <a:lnTo>
                  <a:pt x="898542" y="228257"/>
                </a:lnTo>
                <a:lnTo>
                  <a:pt x="920311" y="266754"/>
                </a:lnTo>
                <a:lnTo>
                  <a:pt x="938580" y="307326"/>
                </a:lnTo>
                <a:lnTo>
                  <a:pt x="953144" y="349768"/>
                </a:lnTo>
                <a:lnTo>
                  <a:pt x="963798" y="393878"/>
                </a:lnTo>
                <a:lnTo>
                  <a:pt x="970341" y="439451"/>
                </a:lnTo>
                <a:lnTo>
                  <a:pt x="972566" y="486283"/>
                </a:lnTo>
                <a:lnTo>
                  <a:pt x="970341" y="533116"/>
                </a:lnTo>
                <a:lnTo>
                  <a:pt x="963798" y="578688"/>
                </a:lnTo>
                <a:lnTo>
                  <a:pt x="953144" y="622798"/>
                </a:lnTo>
                <a:lnTo>
                  <a:pt x="938580" y="665240"/>
                </a:lnTo>
                <a:lnTo>
                  <a:pt x="920311" y="705812"/>
                </a:lnTo>
                <a:lnTo>
                  <a:pt x="898542" y="744309"/>
                </a:lnTo>
                <a:lnTo>
                  <a:pt x="873475" y="780528"/>
                </a:lnTo>
                <a:lnTo>
                  <a:pt x="845314" y="814264"/>
                </a:lnTo>
                <a:lnTo>
                  <a:pt x="814264" y="845314"/>
                </a:lnTo>
                <a:lnTo>
                  <a:pt x="780528" y="873475"/>
                </a:lnTo>
                <a:lnTo>
                  <a:pt x="744309" y="898542"/>
                </a:lnTo>
                <a:lnTo>
                  <a:pt x="705812" y="920312"/>
                </a:lnTo>
                <a:lnTo>
                  <a:pt x="665240" y="938580"/>
                </a:lnTo>
                <a:lnTo>
                  <a:pt x="622798" y="953144"/>
                </a:lnTo>
                <a:lnTo>
                  <a:pt x="578688" y="963798"/>
                </a:lnTo>
                <a:lnTo>
                  <a:pt x="533116" y="970341"/>
                </a:lnTo>
                <a:lnTo>
                  <a:pt x="486284" y="972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16266" y="5470580"/>
            <a:ext cx="2921000" cy="1730375"/>
            <a:chOff x="6016266" y="5470580"/>
            <a:chExt cx="2921000" cy="1730375"/>
          </a:xfrm>
        </p:grpSpPr>
        <p:sp>
          <p:nvSpPr>
            <p:cNvPr id="10" name="object 10"/>
            <p:cNvSpPr/>
            <p:nvPr/>
          </p:nvSpPr>
          <p:spPr>
            <a:xfrm>
              <a:off x="6016266" y="5470580"/>
              <a:ext cx="2294255" cy="1730375"/>
            </a:xfrm>
            <a:custGeom>
              <a:avLst/>
              <a:gdLst/>
              <a:ahLst/>
              <a:cxnLst/>
              <a:rect l="l" t="t" r="r" b="b"/>
              <a:pathLst>
                <a:path w="2294254" h="1730375">
                  <a:moveTo>
                    <a:pt x="2062217" y="1730319"/>
                  </a:moveTo>
                  <a:lnTo>
                    <a:pt x="231424" y="1730319"/>
                  </a:lnTo>
                  <a:lnTo>
                    <a:pt x="215808" y="1710757"/>
                  </a:lnTo>
                  <a:lnTo>
                    <a:pt x="189398" y="1674733"/>
                  </a:lnTo>
                  <a:lnTo>
                    <a:pt x="164519" y="1637673"/>
                  </a:lnTo>
                  <a:lnTo>
                    <a:pt x="141215" y="1599617"/>
                  </a:lnTo>
                  <a:lnTo>
                    <a:pt x="119527" y="1560605"/>
                  </a:lnTo>
                  <a:lnTo>
                    <a:pt x="99500" y="1520678"/>
                  </a:lnTo>
                  <a:lnTo>
                    <a:pt x="81176" y="1479877"/>
                  </a:lnTo>
                  <a:lnTo>
                    <a:pt x="64598" y="1438242"/>
                  </a:lnTo>
                  <a:lnTo>
                    <a:pt x="49809" y="1395813"/>
                  </a:lnTo>
                  <a:lnTo>
                    <a:pt x="36852" y="1352631"/>
                  </a:lnTo>
                  <a:lnTo>
                    <a:pt x="25771" y="1308737"/>
                  </a:lnTo>
                  <a:lnTo>
                    <a:pt x="16608" y="1264171"/>
                  </a:lnTo>
                  <a:lnTo>
                    <a:pt x="9406" y="1218974"/>
                  </a:lnTo>
                  <a:lnTo>
                    <a:pt x="4209" y="1173186"/>
                  </a:lnTo>
                  <a:lnTo>
                    <a:pt x="1059" y="1126848"/>
                  </a:lnTo>
                  <a:lnTo>
                    <a:pt x="0" y="1079999"/>
                  </a:lnTo>
                  <a:lnTo>
                    <a:pt x="1059" y="1033151"/>
                  </a:lnTo>
                  <a:lnTo>
                    <a:pt x="4209" y="986813"/>
                  </a:lnTo>
                  <a:lnTo>
                    <a:pt x="9406" y="941025"/>
                  </a:lnTo>
                  <a:lnTo>
                    <a:pt x="16608" y="895828"/>
                  </a:lnTo>
                  <a:lnTo>
                    <a:pt x="25771" y="851262"/>
                  </a:lnTo>
                  <a:lnTo>
                    <a:pt x="36852" y="807368"/>
                  </a:lnTo>
                  <a:lnTo>
                    <a:pt x="49809" y="764186"/>
                  </a:lnTo>
                  <a:lnTo>
                    <a:pt x="64598" y="721757"/>
                  </a:lnTo>
                  <a:lnTo>
                    <a:pt x="81176" y="680122"/>
                  </a:lnTo>
                  <a:lnTo>
                    <a:pt x="99500" y="639321"/>
                  </a:lnTo>
                  <a:lnTo>
                    <a:pt x="119527" y="599394"/>
                  </a:lnTo>
                  <a:lnTo>
                    <a:pt x="141215" y="560382"/>
                  </a:lnTo>
                  <a:lnTo>
                    <a:pt x="164519" y="522326"/>
                  </a:lnTo>
                  <a:lnTo>
                    <a:pt x="189398" y="485266"/>
                  </a:lnTo>
                  <a:lnTo>
                    <a:pt x="215808" y="449242"/>
                  </a:lnTo>
                  <a:lnTo>
                    <a:pt x="243705" y="414296"/>
                  </a:lnTo>
                  <a:lnTo>
                    <a:pt x="273048" y="380467"/>
                  </a:lnTo>
                  <a:lnTo>
                    <a:pt x="303792" y="347796"/>
                  </a:lnTo>
                  <a:lnTo>
                    <a:pt x="335896" y="316324"/>
                  </a:lnTo>
                  <a:lnTo>
                    <a:pt x="369315" y="286091"/>
                  </a:lnTo>
                  <a:lnTo>
                    <a:pt x="404007" y="257138"/>
                  </a:lnTo>
                  <a:lnTo>
                    <a:pt x="439929" y="229505"/>
                  </a:lnTo>
                  <a:lnTo>
                    <a:pt x="477038" y="203233"/>
                  </a:lnTo>
                  <a:lnTo>
                    <a:pt x="515290" y="178362"/>
                  </a:lnTo>
                  <a:lnTo>
                    <a:pt x="554643" y="154933"/>
                  </a:lnTo>
                  <a:lnTo>
                    <a:pt x="595054" y="132987"/>
                  </a:lnTo>
                  <a:lnTo>
                    <a:pt x="636480" y="112563"/>
                  </a:lnTo>
                  <a:lnTo>
                    <a:pt x="678877" y="93703"/>
                  </a:lnTo>
                  <a:lnTo>
                    <a:pt x="722203" y="76446"/>
                  </a:lnTo>
                  <a:lnTo>
                    <a:pt x="766414" y="60834"/>
                  </a:lnTo>
                  <a:lnTo>
                    <a:pt x="811468" y="46907"/>
                  </a:lnTo>
                  <a:lnTo>
                    <a:pt x="857321" y="34705"/>
                  </a:lnTo>
                  <a:lnTo>
                    <a:pt x="903931" y="24269"/>
                  </a:lnTo>
                  <a:lnTo>
                    <a:pt x="951254" y="15640"/>
                  </a:lnTo>
                  <a:lnTo>
                    <a:pt x="999248" y="8858"/>
                  </a:lnTo>
                  <a:lnTo>
                    <a:pt x="1047869" y="3964"/>
                  </a:lnTo>
                  <a:lnTo>
                    <a:pt x="1097074" y="997"/>
                  </a:lnTo>
                  <a:lnTo>
                    <a:pt x="1146821" y="0"/>
                  </a:lnTo>
                  <a:lnTo>
                    <a:pt x="1196568" y="997"/>
                  </a:lnTo>
                  <a:lnTo>
                    <a:pt x="1245773" y="3964"/>
                  </a:lnTo>
                  <a:lnTo>
                    <a:pt x="1294394" y="8858"/>
                  </a:lnTo>
                  <a:lnTo>
                    <a:pt x="1342388" y="15640"/>
                  </a:lnTo>
                  <a:lnTo>
                    <a:pt x="1389711" y="24269"/>
                  </a:lnTo>
                  <a:lnTo>
                    <a:pt x="1436321" y="34705"/>
                  </a:lnTo>
                  <a:lnTo>
                    <a:pt x="1482174" y="46907"/>
                  </a:lnTo>
                  <a:lnTo>
                    <a:pt x="1527228" y="60834"/>
                  </a:lnTo>
                  <a:lnTo>
                    <a:pt x="1571439" y="76446"/>
                  </a:lnTo>
                  <a:lnTo>
                    <a:pt x="1614765" y="93703"/>
                  </a:lnTo>
                  <a:lnTo>
                    <a:pt x="1657162" y="112563"/>
                  </a:lnTo>
                  <a:lnTo>
                    <a:pt x="1698588" y="132987"/>
                  </a:lnTo>
                  <a:lnTo>
                    <a:pt x="1738998" y="154933"/>
                  </a:lnTo>
                  <a:lnTo>
                    <a:pt x="1778352" y="178362"/>
                  </a:lnTo>
                  <a:lnTo>
                    <a:pt x="1816604" y="203233"/>
                  </a:lnTo>
                  <a:lnTo>
                    <a:pt x="1853713" y="229505"/>
                  </a:lnTo>
                  <a:lnTo>
                    <a:pt x="1889635" y="257138"/>
                  </a:lnTo>
                  <a:lnTo>
                    <a:pt x="1924327" y="286091"/>
                  </a:lnTo>
                  <a:lnTo>
                    <a:pt x="1957746" y="316324"/>
                  </a:lnTo>
                  <a:lnTo>
                    <a:pt x="1989849" y="347796"/>
                  </a:lnTo>
                  <a:lnTo>
                    <a:pt x="2020594" y="380467"/>
                  </a:lnTo>
                  <a:lnTo>
                    <a:pt x="2049936" y="414296"/>
                  </a:lnTo>
                  <a:lnTo>
                    <a:pt x="2077834" y="449242"/>
                  </a:lnTo>
                  <a:lnTo>
                    <a:pt x="2104244" y="485266"/>
                  </a:lnTo>
                  <a:lnTo>
                    <a:pt x="2129122" y="522326"/>
                  </a:lnTo>
                  <a:lnTo>
                    <a:pt x="2152427" y="560382"/>
                  </a:lnTo>
                  <a:lnTo>
                    <a:pt x="2174114" y="599394"/>
                  </a:lnTo>
                  <a:lnTo>
                    <a:pt x="2194141" y="639321"/>
                  </a:lnTo>
                  <a:lnTo>
                    <a:pt x="2212466" y="680122"/>
                  </a:lnTo>
                  <a:lnTo>
                    <a:pt x="2229044" y="721757"/>
                  </a:lnTo>
                  <a:lnTo>
                    <a:pt x="2243833" y="764186"/>
                  </a:lnTo>
                  <a:lnTo>
                    <a:pt x="2256789" y="807368"/>
                  </a:lnTo>
                  <a:lnTo>
                    <a:pt x="2267870" y="851262"/>
                  </a:lnTo>
                  <a:lnTo>
                    <a:pt x="2277033" y="895828"/>
                  </a:lnTo>
                  <a:lnTo>
                    <a:pt x="2284235" y="941025"/>
                  </a:lnTo>
                  <a:lnTo>
                    <a:pt x="2289433" y="986813"/>
                  </a:lnTo>
                  <a:lnTo>
                    <a:pt x="2292582" y="1033151"/>
                  </a:lnTo>
                  <a:lnTo>
                    <a:pt x="2293642" y="1079999"/>
                  </a:lnTo>
                  <a:lnTo>
                    <a:pt x="2292582" y="1126848"/>
                  </a:lnTo>
                  <a:lnTo>
                    <a:pt x="2289433" y="1173186"/>
                  </a:lnTo>
                  <a:lnTo>
                    <a:pt x="2284235" y="1218974"/>
                  </a:lnTo>
                  <a:lnTo>
                    <a:pt x="2277033" y="1264171"/>
                  </a:lnTo>
                  <a:lnTo>
                    <a:pt x="2267870" y="1308737"/>
                  </a:lnTo>
                  <a:lnTo>
                    <a:pt x="2256789" y="1352631"/>
                  </a:lnTo>
                  <a:lnTo>
                    <a:pt x="2243833" y="1395813"/>
                  </a:lnTo>
                  <a:lnTo>
                    <a:pt x="2229044" y="1438242"/>
                  </a:lnTo>
                  <a:lnTo>
                    <a:pt x="2212466" y="1479877"/>
                  </a:lnTo>
                  <a:lnTo>
                    <a:pt x="2194141" y="1520678"/>
                  </a:lnTo>
                  <a:lnTo>
                    <a:pt x="2174114" y="1560605"/>
                  </a:lnTo>
                  <a:lnTo>
                    <a:pt x="2152427" y="1599617"/>
                  </a:lnTo>
                  <a:lnTo>
                    <a:pt x="2129122" y="1637673"/>
                  </a:lnTo>
                  <a:lnTo>
                    <a:pt x="2104244" y="1674733"/>
                  </a:lnTo>
                  <a:lnTo>
                    <a:pt x="2077834" y="1710757"/>
                  </a:lnTo>
                  <a:lnTo>
                    <a:pt x="2062217" y="1730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539439"/>
              <a:ext cx="657224" cy="657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88448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0061" y="870347"/>
            <a:ext cx="1953895" cy="877569"/>
          </a:xfrm>
          <a:custGeom>
            <a:avLst/>
            <a:gdLst/>
            <a:ahLst/>
            <a:cxnLst/>
            <a:rect l="l" t="t" r="r" b="b"/>
            <a:pathLst>
              <a:path w="1953895" h="877569">
                <a:moveTo>
                  <a:pt x="196485" y="877470"/>
                </a:moveTo>
                <a:lnTo>
                  <a:pt x="196485" y="652232"/>
                </a:lnTo>
                <a:lnTo>
                  <a:pt x="154704" y="629332"/>
                </a:lnTo>
                <a:lnTo>
                  <a:pt x="116798" y="601064"/>
                </a:lnTo>
                <a:lnTo>
                  <a:pt x="83288" y="567855"/>
                </a:lnTo>
                <a:lnTo>
                  <a:pt x="54699" y="530136"/>
                </a:lnTo>
                <a:lnTo>
                  <a:pt x="31552" y="488334"/>
                </a:lnTo>
                <a:lnTo>
                  <a:pt x="14372" y="442879"/>
                </a:lnTo>
                <a:lnTo>
                  <a:pt x="3680" y="394200"/>
                </a:lnTo>
                <a:lnTo>
                  <a:pt x="0" y="342725"/>
                </a:lnTo>
                <a:lnTo>
                  <a:pt x="3128" y="295436"/>
                </a:lnTo>
                <a:lnTo>
                  <a:pt x="12234" y="250331"/>
                </a:lnTo>
                <a:lnTo>
                  <a:pt x="26912" y="207765"/>
                </a:lnTo>
                <a:lnTo>
                  <a:pt x="46753" y="168108"/>
                </a:lnTo>
                <a:lnTo>
                  <a:pt x="71351" y="131730"/>
                </a:lnTo>
                <a:lnTo>
                  <a:pt x="100296" y="99002"/>
                </a:lnTo>
                <a:lnTo>
                  <a:pt x="133183" y="70294"/>
                </a:lnTo>
                <a:lnTo>
                  <a:pt x="169601" y="45975"/>
                </a:lnTo>
                <a:lnTo>
                  <a:pt x="209145" y="26416"/>
                </a:lnTo>
                <a:lnTo>
                  <a:pt x="251406" y="11987"/>
                </a:lnTo>
                <a:lnTo>
                  <a:pt x="295975" y="3058"/>
                </a:lnTo>
                <a:lnTo>
                  <a:pt x="342446" y="0"/>
                </a:lnTo>
                <a:lnTo>
                  <a:pt x="1595530" y="0"/>
                </a:lnTo>
                <a:lnTo>
                  <a:pt x="1645796" y="3058"/>
                </a:lnTo>
                <a:lnTo>
                  <a:pt x="1693532" y="11987"/>
                </a:lnTo>
                <a:lnTo>
                  <a:pt x="1738386" y="26416"/>
                </a:lnTo>
                <a:lnTo>
                  <a:pt x="1780007" y="45975"/>
                </a:lnTo>
                <a:lnTo>
                  <a:pt x="1818045" y="70295"/>
                </a:lnTo>
                <a:lnTo>
                  <a:pt x="1852149" y="99004"/>
                </a:lnTo>
                <a:lnTo>
                  <a:pt x="1881968" y="131733"/>
                </a:lnTo>
                <a:lnTo>
                  <a:pt x="1907151" y="168112"/>
                </a:lnTo>
                <a:lnTo>
                  <a:pt x="1927347" y="207771"/>
                </a:lnTo>
                <a:lnTo>
                  <a:pt x="1942206" y="250340"/>
                </a:lnTo>
                <a:lnTo>
                  <a:pt x="1951376" y="295447"/>
                </a:lnTo>
                <a:lnTo>
                  <a:pt x="1953743" y="331164"/>
                </a:lnTo>
                <a:lnTo>
                  <a:pt x="1953743" y="354171"/>
                </a:lnTo>
                <a:lnTo>
                  <a:pt x="1942199" y="434533"/>
                </a:lnTo>
                <a:lnTo>
                  <a:pt x="1927339" y="476892"/>
                </a:lnTo>
                <a:lnTo>
                  <a:pt x="1907142" y="516383"/>
                </a:lnTo>
                <a:lnTo>
                  <a:pt x="1881960" y="552631"/>
                </a:lnTo>
                <a:lnTo>
                  <a:pt x="1852142" y="585262"/>
                </a:lnTo>
                <a:lnTo>
                  <a:pt x="1818040" y="613902"/>
                </a:lnTo>
                <a:lnTo>
                  <a:pt x="1780003" y="638174"/>
                </a:lnTo>
                <a:lnTo>
                  <a:pt x="1738383" y="657705"/>
                </a:lnTo>
                <a:lnTo>
                  <a:pt x="1693531" y="672119"/>
                </a:lnTo>
                <a:lnTo>
                  <a:pt x="1645796" y="681043"/>
                </a:lnTo>
                <a:lnTo>
                  <a:pt x="1595530" y="684100"/>
                </a:lnTo>
                <a:lnTo>
                  <a:pt x="429069" y="684100"/>
                </a:lnTo>
                <a:lnTo>
                  <a:pt x="196485" y="877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53624" y="921770"/>
            <a:ext cx="176720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00" spc="-75" dirty="0">
                <a:latin typeface="Arial Black"/>
                <a:cs typeface="Arial Black"/>
              </a:rPr>
              <a:t>I’m</a:t>
            </a:r>
            <a:r>
              <a:rPr sz="1400" spc="-120" dirty="0">
                <a:latin typeface="Arial Black"/>
                <a:cs typeface="Arial Black"/>
              </a:rPr>
              <a:t> </a:t>
            </a:r>
            <a:r>
              <a:rPr sz="1400" spc="-110" dirty="0">
                <a:latin typeface="Arial Black"/>
                <a:cs typeface="Arial Black"/>
              </a:rPr>
              <a:t>soo</a:t>
            </a:r>
            <a:r>
              <a:rPr sz="1400" spc="-12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Excited.</a:t>
            </a:r>
            <a:endParaRPr sz="14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400" spc="-105" dirty="0">
                <a:latin typeface="Arial Black"/>
                <a:cs typeface="Arial Black"/>
              </a:rPr>
              <a:t>Are</a:t>
            </a:r>
            <a:r>
              <a:rPr sz="1400" spc="-110" dirty="0">
                <a:latin typeface="Arial Black"/>
                <a:cs typeface="Arial Black"/>
              </a:rPr>
              <a:t> </a:t>
            </a:r>
            <a:r>
              <a:rPr sz="1400" spc="-70" dirty="0">
                <a:latin typeface="Arial Black"/>
                <a:cs typeface="Arial Black"/>
              </a:rPr>
              <a:t>you</a:t>
            </a:r>
            <a:r>
              <a:rPr sz="1400" spc="-110" dirty="0">
                <a:latin typeface="Arial Black"/>
                <a:cs typeface="Arial Black"/>
              </a:rPr>
              <a:t> </a:t>
            </a:r>
            <a:r>
              <a:rPr sz="1400" spc="-90" dirty="0">
                <a:latin typeface="Arial Black"/>
                <a:cs typeface="Arial Black"/>
              </a:rPr>
              <a:t>ready</a:t>
            </a:r>
            <a:r>
              <a:rPr sz="1400" spc="-110" dirty="0">
                <a:latin typeface="Arial Black"/>
                <a:cs typeface="Arial Black"/>
              </a:rPr>
              <a:t> </a:t>
            </a:r>
            <a:r>
              <a:rPr sz="1400" spc="-70" dirty="0">
                <a:latin typeface="Arial Black"/>
                <a:cs typeface="Arial Black"/>
              </a:rPr>
              <a:t>guys?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675" y="640097"/>
            <a:ext cx="242951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u="none" dirty="0"/>
              <a:t>Today</a:t>
            </a:r>
            <a:r>
              <a:rPr sz="2650" u="none" spc="70" dirty="0"/>
              <a:t> </a:t>
            </a:r>
            <a:r>
              <a:rPr sz="2650" u="none" spc="-10" dirty="0"/>
              <a:t>Content</a:t>
            </a:r>
            <a:endParaRPr sz="2650"/>
          </a:p>
        </p:txBody>
      </p:sp>
      <p:sp>
        <p:nvSpPr>
          <p:cNvPr id="5" name="object 5"/>
          <p:cNvSpPr/>
          <p:nvPr/>
        </p:nvSpPr>
        <p:spPr>
          <a:xfrm>
            <a:off x="3744483" y="0"/>
            <a:ext cx="972819" cy="870585"/>
          </a:xfrm>
          <a:custGeom>
            <a:avLst/>
            <a:gdLst/>
            <a:ahLst/>
            <a:cxnLst/>
            <a:rect l="l" t="t" r="r" b="b"/>
            <a:pathLst>
              <a:path w="972820" h="870585">
                <a:moveTo>
                  <a:pt x="486284" y="870348"/>
                </a:moveTo>
                <a:lnTo>
                  <a:pt x="439451" y="868122"/>
                </a:lnTo>
                <a:lnTo>
                  <a:pt x="393878" y="861579"/>
                </a:lnTo>
                <a:lnTo>
                  <a:pt x="349768" y="850924"/>
                </a:lnTo>
                <a:lnTo>
                  <a:pt x="307326" y="836361"/>
                </a:lnTo>
                <a:lnTo>
                  <a:pt x="266754" y="818092"/>
                </a:lnTo>
                <a:lnTo>
                  <a:pt x="228257" y="796323"/>
                </a:lnTo>
                <a:lnTo>
                  <a:pt x="192039" y="771256"/>
                </a:lnTo>
                <a:lnTo>
                  <a:pt x="158302" y="743095"/>
                </a:lnTo>
                <a:lnTo>
                  <a:pt x="127252" y="712045"/>
                </a:lnTo>
                <a:lnTo>
                  <a:pt x="99091" y="678308"/>
                </a:lnTo>
                <a:lnTo>
                  <a:pt x="74024" y="642090"/>
                </a:lnTo>
                <a:lnTo>
                  <a:pt x="52255" y="603593"/>
                </a:lnTo>
                <a:lnTo>
                  <a:pt x="33986" y="563021"/>
                </a:lnTo>
                <a:lnTo>
                  <a:pt x="19423" y="520579"/>
                </a:lnTo>
                <a:lnTo>
                  <a:pt x="8768" y="476469"/>
                </a:lnTo>
                <a:lnTo>
                  <a:pt x="2226" y="430896"/>
                </a:lnTo>
                <a:lnTo>
                  <a:pt x="0" y="384064"/>
                </a:lnTo>
                <a:lnTo>
                  <a:pt x="2226" y="337231"/>
                </a:lnTo>
                <a:lnTo>
                  <a:pt x="8768" y="291659"/>
                </a:lnTo>
                <a:lnTo>
                  <a:pt x="19423" y="247549"/>
                </a:lnTo>
                <a:lnTo>
                  <a:pt x="33986" y="205107"/>
                </a:lnTo>
                <a:lnTo>
                  <a:pt x="52255" y="164535"/>
                </a:lnTo>
                <a:lnTo>
                  <a:pt x="74024" y="126038"/>
                </a:lnTo>
                <a:lnTo>
                  <a:pt x="99091" y="89819"/>
                </a:lnTo>
                <a:lnTo>
                  <a:pt x="127252" y="56083"/>
                </a:lnTo>
                <a:lnTo>
                  <a:pt x="158302" y="25033"/>
                </a:lnTo>
                <a:lnTo>
                  <a:pt x="188292" y="0"/>
                </a:lnTo>
                <a:lnTo>
                  <a:pt x="784274" y="0"/>
                </a:lnTo>
                <a:lnTo>
                  <a:pt x="814264" y="25033"/>
                </a:lnTo>
                <a:lnTo>
                  <a:pt x="845314" y="56083"/>
                </a:lnTo>
                <a:lnTo>
                  <a:pt x="873475" y="89819"/>
                </a:lnTo>
                <a:lnTo>
                  <a:pt x="898542" y="126038"/>
                </a:lnTo>
                <a:lnTo>
                  <a:pt x="920311" y="164535"/>
                </a:lnTo>
                <a:lnTo>
                  <a:pt x="938580" y="205107"/>
                </a:lnTo>
                <a:lnTo>
                  <a:pt x="953143" y="247549"/>
                </a:lnTo>
                <a:lnTo>
                  <a:pt x="963798" y="291659"/>
                </a:lnTo>
                <a:lnTo>
                  <a:pt x="970341" y="337231"/>
                </a:lnTo>
                <a:lnTo>
                  <a:pt x="972567" y="384064"/>
                </a:lnTo>
                <a:lnTo>
                  <a:pt x="970341" y="430896"/>
                </a:lnTo>
                <a:lnTo>
                  <a:pt x="963798" y="476469"/>
                </a:lnTo>
                <a:lnTo>
                  <a:pt x="953143" y="520579"/>
                </a:lnTo>
                <a:lnTo>
                  <a:pt x="938580" y="563021"/>
                </a:lnTo>
                <a:lnTo>
                  <a:pt x="920311" y="603593"/>
                </a:lnTo>
                <a:lnTo>
                  <a:pt x="898542" y="642090"/>
                </a:lnTo>
                <a:lnTo>
                  <a:pt x="873475" y="678308"/>
                </a:lnTo>
                <a:lnTo>
                  <a:pt x="845314" y="712045"/>
                </a:lnTo>
                <a:lnTo>
                  <a:pt x="814264" y="743095"/>
                </a:lnTo>
                <a:lnTo>
                  <a:pt x="780528" y="771256"/>
                </a:lnTo>
                <a:lnTo>
                  <a:pt x="744309" y="796323"/>
                </a:lnTo>
                <a:lnTo>
                  <a:pt x="705812" y="818092"/>
                </a:lnTo>
                <a:lnTo>
                  <a:pt x="665240" y="836361"/>
                </a:lnTo>
                <a:lnTo>
                  <a:pt x="622798" y="850924"/>
                </a:lnTo>
                <a:lnTo>
                  <a:pt x="578688" y="861579"/>
                </a:lnTo>
                <a:lnTo>
                  <a:pt x="533115" y="868122"/>
                </a:lnTo>
                <a:lnTo>
                  <a:pt x="486284" y="870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983572"/>
            <a:ext cx="1231265" cy="1217930"/>
          </a:xfrm>
          <a:custGeom>
            <a:avLst/>
            <a:gdLst/>
            <a:ahLst/>
            <a:cxnLst/>
            <a:rect l="l" t="t" r="r" b="b"/>
            <a:pathLst>
              <a:path w="1231265" h="1217929">
                <a:moveTo>
                  <a:pt x="1222408" y="1217327"/>
                </a:moveTo>
                <a:lnTo>
                  <a:pt x="0" y="1217327"/>
                </a:lnTo>
                <a:lnTo>
                  <a:pt x="0" y="10649"/>
                </a:lnTo>
                <a:lnTo>
                  <a:pt x="8499" y="9338"/>
                </a:lnTo>
                <a:lnTo>
                  <a:pt x="55485" y="4179"/>
                </a:lnTo>
                <a:lnTo>
                  <a:pt x="103054" y="1052"/>
                </a:lnTo>
                <a:lnTo>
                  <a:pt x="151161" y="0"/>
                </a:lnTo>
                <a:lnTo>
                  <a:pt x="199268" y="1052"/>
                </a:lnTo>
                <a:lnTo>
                  <a:pt x="246837" y="4179"/>
                </a:lnTo>
                <a:lnTo>
                  <a:pt x="293823" y="9338"/>
                </a:lnTo>
                <a:lnTo>
                  <a:pt x="340182" y="16485"/>
                </a:lnTo>
                <a:lnTo>
                  <a:pt x="385871" y="25575"/>
                </a:lnTo>
                <a:lnTo>
                  <a:pt x="430845" y="36565"/>
                </a:lnTo>
                <a:lnTo>
                  <a:pt x="475060" y="49411"/>
                </a:lnTo>
                <a:lnTo>
                  <a:pt x="518474" y="64068"/>
                </a:lnTo>
                <a:lnTo>
                  <a:pt x="561041" y="80494"/>
                </a:lnTo>
                <a:lnTo>
                  <a:pt x="602719" y="98643"/>
                </a:lnTo>
                <a:lnTo>
                  <a:pt x="643462" y="118473"/>
                </a:lnTo>
                <a:lnTo>
                  <a:pt x="683227" y="139940"/>
                </a:lnTo>
                <a:lnTo>
                  <a:pt x="721971" y="162998"/>
                </a:lnTo>
                <a:lnTo>
                  <a:pt x="759649" y="187606"/>
                </a:lnTo>
                <a:lnTo>
                  <a:pt x="796218" y="213718"/>
                </a:lnTo>
                <a:lnTo>
                  <a:pt x="831633" y="241290"/>
                </a:lnTo>
                <a:lnTo>
                  <a:pt x="865851" y="270280"/>
                </a:lnTo>
                <a:lnTo>
                  <a:pt x="898827" y="300642"/>
                </a:lnTo>
                <a:lnTo>
                  <a:pt x="930519" y="332333"/>
                </a:lnTo>
                <a:lnTo>
                  <a:pt x="960881" y="365310"/>
                </a:lnTo>
                <a:lnTo>
                  <a:pt x="989871" y="399528"/>
                </a:lnTo>
                <a:lnTo>
                  <a:pt x="1017443" y="434943"/>
                </a:lnTo>
                <a:lnTo>
                  <a:pt x="1043555" y="471511"/>
                </a:lnTo>
                <a:lnTo>
                  <a:pt x="1068162" y="509189"/>
                </a:lnTo>
                <a:lnTo>
                  <a:pt x="1091221" y="547933"/>
                </a:lnTo>
                <a:lnTo>
                  <a:pt x="1112687" y="587699"/>
                </a:lnTo>
                <a:lnTo>
                  <a:pt x="1132517" y="628442"/>
                </a:lnTo>
                <a:lnTo>
                  <a:pt x="1150667" y="670119"/>
                </a:lnTo>
                <a:lnTo>
                  <a:pt x="1167092" y="712687"/>
                </a:lnTo>
                <a:lnTo>
                  <a:pt x="1181750" y="756100"/>
                </a:lnTo>
                <a:lnTo>
                  <a:pt x="1194596" y="800316"/>
                </a:lnTo>
                <a:lnTo>
                  <a:pt x="1205586" y="845290"/>
                </a:lnTo>
                <a:lnTo>
                  <a:pt x="1214676" y="890979"/>
                </a:lnTo>
                <a:lnTo>
                  <a:pt x="1221822" y="937338"/>
                </a:lnTo>
                <a:lnTo>
                  <a:pt x="1226981" y="984323"/>
                </a:lnTo>
                <a:lnTo>
                  <a:pt x="1230109" y="1031892"/>
                </a:lnTo>
                <a:lnTo>
                  <a:pt x="1231161" y="1079997"/>
                </a:lnTo>
                <a:lnTo>
                  <a:pt x="1230109" y="1128107"/>
                </a:lnTo>
                <a:lnTo>
                  <a:pt x="1226981" y="1175675"/>
                </a:lnTo>
                <a:lnTo>
                  <a:pt x="1222408" y="1217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0000" y="448585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1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1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20622" y="12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1180490" y="0"/>
                </a:moveTo>
                <a:lnTo>
                  <a:pt x="294728" y="0"/>
                </a:lnTo>
                <a:lnTo>
                  <a:pt x="34099" y="0"/>
                </a:lnTo>
                <a:lnTo>
                  <a:pt x="23736" y="34759"/>
                </a:lnTo>
                <a:lnTo>
                  <a:pt x="13500" y="79362"/>
                </a:lnTo>
                <a:lnTo>
                  <a:pt x="6057" y="124968"/>
                </a:lnTo>
                <a:lnTo>
                  <a:pt x="1524" y="171488"/>
                </a:lnTo>
                <a:lnTo>
                  <a:pt x="0" y="218833"/>
                </a:lnTo>
                <a:lnTo>
                  <a:pt x="1524" y="266179"/>
                </a:lnTo>
                <a:lnTo>
                  <a:pt x="6057" y="312699"/>
                </a:lnTo>
                <a:lnTo>
                  <a:pt x="13500" y="358305"/>
                </a:lnTo>
                <a:lnTo>
                  <a:pt x="23736" y="402907"/>
                </a:lnTo>
                <a:lnTo>
                  <a:pt x="36703" y="446405"/>
                </a:lnTo>
                <a:lnTo>
                  <a:pt x="52285" y="488708"/>
                </a:lnTo>
                <a:lnTo>
                  <a:pt x="70396" y="529729"/>
                </a:lnTo>
                <a:lnTo>
                  <a:pt x="90932" y="569353"/>
                </a:lnTo>
                <a:lnTo>
                  <a:pt x="113804" y="607491"/>
                </a:lnTo>
                <a:lnTo>
                  <a:pt x="138912" y="644055"/>
                </a:lnTo>
                <a:lnTo>
                  <a:pt x="166179" y="678954"/>
                </a:lnTo>
                <a:lnTo>
                  <a:pt x="195491" y="712076"/>
                </a:lnTo>
                <a:lnTo>
                  <a:pt x="226745" y="743343"/>
                </a:lnTo>
                <a:lnTo>
                  <a:pt x="259880" y="772655"/>
                </a:lnTo>
                <a:lnTo>
                  <a:pt x="294779" y="799909"/>
                </a:lnTo>
                <a:lnTo>
                  <a:pt x="331343" y="825030"/>
                </a:lnTo>
                <a:lnTo>
                  <a:pt x="369481" y="847902"/>
                </a:lnTo>
                <a:lnTo>
                  <a:pt x="409105" y="868438"/>
                </a:lnTo>
                <a:lnTo>
                  <a:pt x="450113" y="886548"/>
                </a:lnTo>
                <a:lnTo>
                  <a:pt x="492417" y="902131"/>
                </a:lnTo>
                <a:lnTo>
                  <a:pt x="535927" y="915085"/>
                </a:lnTo>
                <a:lnTo>
                  <a:pt x="580529" y="925334"/>
                </a:lnTo>
                <a:lnTo>
                  <a:pt x="626135" y="932776"/>
                </a:lnTo>
                <a:lnTo>
                  <a:pt x="672655" y="937298"/>
                </a:lnTo>
                <a:lnTo>
                  <a:pt x="720001" y="938834"/>
                </a:lnTo>
                <a:lnTo>
                  <a:pt x="767334" y="937298"/>
                </a:lnTo>
                <a:lnTo>
                  <a:pt x="813854" y="932776"/>
                </a:lnTo>
                <a:lnTo>
                  <a:pt x="850303" y="926833"/>
                </a:lnTo>
                <a:lnTo>
                  <a:pt x="886764" y="932776"/>
                </a:lnTo>
                <a:lnTo>
                  <a:pt x="933284" y="937298"/>
                </a:lnTo>
                <a:lnTo>
                  <a:pt x="980617" y="938834"/>
                </a:lnTo>
                <a:lnTo>
                  <a:pt x="1027963" y="937298"/>
                </a:lnTo>
                <a:lnTo>
                  <a:pt x="1074483" y="932776"/>
                </a:lnTo>
                <a:lnTo>
                  <a:pt x="1120089" y="925334"/>
                </a:lnTo>
                <a:lnTo>
                  <a:pt x="1164691" y="915085"/>
                </a:lnTo>
                <a:lnTo>
                  <a:pt x="1180490" y="910386"/>
                </a:lnTo>
                <a:lnTo>
                  <a:pt x="1180490" y="772312"/>
                </a:lnTo>
                <a:lnTo>
                  <a:pt x="11804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23035" y="1261534"/>
            <a:ext cx="943610" cy="972819"/>
          </a:xfrm>
          <a:custGeom>
            <a:avLst/>
            <a:gdLst/>
            <a:ahLst/>
            <a:cxnLst/>
            <a:rect l="l" t="t" r="r" b="b"/>
            <a:pathLst>
              <a:path w="943610" h="972819">
                <a:moveTo>
                  <a:pt x="473595" y="972457"/>
                </a:moveTo>
                <a:lnTo>
                  <a:pt x="469394" y="972457"/>
                </a:lnTo>
                <a:lnTo>
                  <a:pt x="423287" y="970056"/>
                </a:lnTo>
                <a:lnTo>
                  <a:pt x="376472" y="962687"/>
                </a:lnTo>
                <a:lnTo>
                  <a:pt x="331286" y="950704"/>
                </a:lnTo>
                <a:lnTo>
                  <a:pt x="287967" y="934352"/>
                </a:lnTo>
                <a:lnTo>
                  <a:pt x="246752" y="913875"/>
                </a:lnTo>
                <a:lnTo>
                  <a:pt x="207877" y="889517"/>
                </a:lnTo>
                <a:lnTo>
                  <a:pt x="171580" y="861523"/>
                </a:lnTo>
                <a:lnTo>
                  <a:pt x="138097" y="830138"/>
                </a:lnTo>
                <a:lnTo>
                  <a:pt x="107666" y="795605"/>
                </a:lnTo>
                <a:lnTo>
                  <a:pt x="80523" y="758169"/>
                </a:lnTo>
                <a:lnTo>
                  <a:pt x="56906" y="718075"/>
                </a:lnTo>
                <a:lnTo>
                  <a:pt x="37052" y="675567"/>
                </a:lnTo>
                <a:lnTo>
                  <a:pt x="21197" y="630889"/>
                </a:lnTo>
                <a:lnTo>
                  <a:pt x="9579" y="584286"/>
                </a:lnTo>
                <a:lnTo>
                  <a:pt x="2434" y="536003"/>
                </a:lnTo>
                <a:lnTo>
                  <a:pt x="0" y="486283"/>
                </a:lnTo>
                <a:lnTo>
                  <a:pt x="2434" y="436564"/>
                </a:lnTo>
                <a:lnTo>
                  <a:pt x="9579" y="388280"/>
                </a:lnTo>
                <a:lnTo>
                  <a:pt x="21197" y="341677"/>
                </a:lnTo>
                <a:lnTo>
                  <a:pt x="37052" y="297000"/>
                </a:lnTo>
                <a:lnTo>
                  <a:pt x="56906" y="254491"/>
                </a:lnTo>
                <a:lnTo>
                  <a:pt x="80523" y="214397"/>
                </a:lnTo>
                <a:lnTo>
                  <a:pt x="107666" y="176962"/>
                </a:lnTo>
                <a:lnTo>
                  <a:pt x="138097" y="142429"/>
                </a:lnTo>
                <a:lnTo>
                  <a:pt x="171580" y="111043"/>
                </a:lnTo>
                <a:lnTo>
                  <a:pt x="207877" y="83049"/>
                </a:lnTo>
                <a:lnTo>
                  <a:pt x="246752" y="58691"/>
                </a:lnTo>
                <a:lnTo>
                  <a:pt x="287967" y="38214"/>
                </a:lnTo>
                <a:lnTo>
                  <a:pt x="331286" y="21862"/>
                </a:lnTo>
                <a:lnTo>
                  <a:pt x="376472" y="9879"/>
                </a:lnTo>
                <a:lnTo>
                  <a:pt x="423287" y="2510"/>
                </a:lnTo>
                <a:lnTo>
                  <a:pt x="471494" y="0"/>
                </a:lnTo>
                <a:lnTo>
                  <a:pt x="519702" y="2510"/>
                </a:lnTo>
                <a:lnTo>
                  <a:pt x="566517" y="9879"/>
                </a:lnTo>
                <a:lnTo>
                  <a:pt x="611703" y="21862"/>
                </a:lnTo>
                <a:lnTo>
                  <a:pt x="655021" y="38214"/>
                </a:lnTo>
                <a:lnTo>
                  <a:pt x="696237" y="58691"/>
                </a:lnTo>
                <a:lnTo>
                  <a:pt x="735112" y="83049"/>
                </a:lnTo>
                <a:lnTo>
                  <a:pt x="771409" y="111043"/>
                </a:lnTo>
                <a:lnTo>
                  <a:pt x="804891" y="142429"/>
                </a:lnTo>
                <a:lnTo>
                  <a:pt x="835323" y="176962"/>
                </a:lnTo>
                <a:lnTo>
                  <a:pt x="862465" y="214397"/>
                </a:lnTo>
                <a:lnTo>
                  <a:pt x="886082" y="254491"/>
                </a:lnTo>
                <a:lnTo>
                  <a:pt x="905937" y="297000"/>
                </a:lnTo>
                <a:lnTo>
                  <a:pt x="921792" y="341677"/>
                </a:lnTo>
                <a:lnTo>
                  <a:pt x="933410" y="388280"/>
                </a:lnTo>
                <a:lnTo>
                  <a:pt x="940555" y="436564"/>
                </a:lnTo>
                <a:lnTo>
                  <a:pt x="942989" y="486283"/>
                </a:lnTo>
                <a:lnTo>
                  <a:pt x="940555" y="536003"/>
                </a:lnTo>
                <a:lnTo>
                  <a:pt x="933410" y="584286"/>
                </a:lnTo>
                <a:lnTo>
                  <a:pt x="921792" y="630889"/>
                </a:lnTo>
                <a:lnTo>
                  <a:pt x="905937" y="675567"/>
                </a:lnTo>
                <a:lnTo>
                  <a:pt x="886082" y="718075"/>
                </a:lnTo>
                <a:lnTo>
                  <a:pt x="862465" y="758169"/>
                </a:lnTo>
                <a:lnTo>
                  <a:pt x="835323" y="795605"/>
                </a:lnTo>
                <a:lnTo>
                  <a:pt x="804891" y="830138"/>
                </a:lnTo>
                <a:lnTo>
                  <a:pt x="771409" y="861523"/>
                </a:lnTo>
                <a:lnTo>
                  <a:pt x="735112" y="889517"/>
                </a:lnTo>
                <a:lnTo>
                  <a:pt x="696237" y="913875"/>
                </a:lnTo>
                <a:lnTo>
                  <a:pt x="655021" y="934352"/>
                </a:lnTo>
                <a:lnTo>
                  <a:pt x="611703" y="950704"/>
                </a:lnTo>
                <a:lnTo>
                  <a:pt x="566517" y="962687"/>
                </a:lnTo>
                <a:lnTo>
                  <a:pt x="519702" y="970056"/>
                </a:lnTo>
                <a:lnTo>
                  <a:pt x="473595" y="9724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016266" y="5983572"/>
            <a:ext cx="2921000" cy="1217930"/>
            <a:chOff x="6016266" y="5983572"/>
            <a:chExt cx="2921000" cy="1217930"/>
          </a:xfrm>
        </p:grpSpPr>
        <p:sp>
          <p:nvSpPr>
            <p:cNvPr id="11" name="object 11"/>
            <p:cNvSpPr/>
            <p:nvPr/>
          </p:nvSpPr>
          <p:spPr>
            <a:xfrm>
              <a:off x="6016256" y="5983579"/>
              <a:ext cx="2785110" cy="1217930"/>
            </a:xfrm>
            <a:custGeom>
              <a:avLst/>
              <a:gdLst/>
              <a:ahLst/>
              <a:cxnLst/>
              <a:rect l="l" t="t" r="r" b="b"/>
              <a:pathLst>
                <a:path w="2785109" h="1217929">
                  <a:moveTo>
                    <a:pt x="2290749" y="734949"/>
                  </a:moveTo>
                  <a:lnTo>
                    <a:pt x="2281212" y="671741"/>
                  </a:lnTo>
                  <a:lnTo>
                    <a:pt x="2271712" y="634034"/>
                  </a:lnTo>
                  <a:lnTo>
                    <a:pt x="2259647" y="596963"/>
                  </a:lnTo>
                  <a:lnTo>
                    <a:pt x="2245093" y="560565"/>
                  </a:lnTo>
                  <a:lnTo>
                    <a:pt x="2228088" y="524903"/>
                  </a:lnTo>
                  <a:lnTo>
                    <a:pt x="2208733" y="490004"/>
                  </a:lnTo>
                  <a:lnTo>
                    <a:pt x="2187054" y="455917"/>
                  </a:lnTo>
                  <a:lnTo>
                    <a:pt x="2163153" y="422706"/>
                  </a:lnTo>
                  <a:lnTo>
                    <a:pt x="2137067" y="390385"/>
                  </a:lnTo>
                  <a:lnTo>
                    <a:pt x="2108885" y="359016"/>
                  </a:lnTo>
                  <a:lnTo>
                    <a:pt x="2078659" y="328650"/>
                  </a:lnTo>
                  <a:lnTo>
                    <a:pt x="2046465" y="299326"/>
                  </a:lnTo>
                  <a:lnTo>
                    <a:pt x="2012353" y="271081"/>
                  </a:lnTo>
                  <a:lnTo>
                    <a:pt x="1976399" y="243979"/>
                  </a:lnTo>
                  <a:lnTo>
                    <a:pt x="1938667" y="218046"/>
                  </a:lnTo>
                  <a:lnTo>
                    <a:pt x="1899221" y="193332"/>
                  </a:lnTo>
                  <a:lnTo>
                    <a:pt x="1858137" y="169887"/>
                  </a:lnTo>
                  <a:lnTo>
                    <a:pt x="1815465" y="147764"/>
                  </a:lnTo>
                  <a:lnTo>
                    <a:pt x="1771281" y="126987"/>
                  </a:lnTo>
                  <a:lnTo>
                    <a:pt x="1725650" y="107619"/>
                  </a:lnTo>
                  <a:lnTo>
                    <a:pt x="1678635" y="89687"/>
                  </a:lnTo>
                  <a:lnTo>
                    <a:pt x="1630299" y="73253"/>
                  </a:lnTo>
                  <a:lnTo>
                    <a:pt x="1580705" y="58369"/>
                  </a:lnTo>
                  <a:lnTo>
                    <a:pt x="1529930" y="45059"/>
                  </a:lnTo>
                  <a:lnTo>
                    <a:pt x="1478038" y="33375"/>
                  </a:lnTo>
                  <a:lnTo>
                    <a:pt x="1425092" y="23368"/>
                  </a:lnTo>
                  <a:lnTo>
                    <a:pt x="1371155" y="15074"/>
                  </a:lnTo>
                  <a:lnTo>
                    <a:pt x="1316291" y="8547"/>
                  </a:lnTo>
                  <a:lnTo>
                    <a:pt x="1260576" y="3822"/>
                  </a:lnTo>
                  <a:lnTo>
                    <a:pt x="1204061" y="965"/>
                  </a:lnTo>
                  <a:lnTo>
                    <a:pt x="1146822" y="0"/>
                  </a:lnTo>
                  <a:lnTo>
                    <a:pt x="1089583" y="965"/>
                  </a:lnTo>
                  <a:lnTo>
                    <a:pt x="1033081" y="3822"/>
                  </a:lnTo>
                  <a:lnTo>
                    <a:pt x="977353" y="8547"/>
                  </a:lnTo>
                  <a:lnTo>
                    <a:pt x="922489" y="15074"/>
                  </a:lnTo>
                  <a:lnTo>
                    <a:pt x="868553" y="23368"/>
                  </a:lnTo>
                  <a:lnTo>
                    <a:pt x="815606" y="33375"/>
                  </a:lnTo>
                  <a:lnTo>
                    <a:pt x="763714" y="45059"/>
                  </a:lnTo>
                  <a:lnTo>
                    <a:pt x="712939" y="58369"/>
                  </a:lnTo>
                  <a:lnTo>
                    <a:pt x="663359" y="73253"/>
                  </a:lnTo>
                  <a:lnTo>
                    <a:pt x="615022" y="89687"/>
                  </a:lnTo>
                  <a:lnTo>
                    <a:pt x="568007" y="107619"/>
                  </a:lnTo>
                  <a:lnTo>
                    <a:pt x="522363" y="126987"/>
                  </a:lnTo>
                  <a:lnTo>
                    <a:pt x="478180" y="147764"/>
                  </a:lnTo>
                  <a:lnTo>
                    <a:pt x="435508" y="169887"/>
                  </a:lnTo>
                  <a:lnTo>
                    <a:pt x="394423" y="193332"/>
                  </a:lnTo>
                  <a:lnTo>
                    <a:pt x="354977" y="218046"/>
                  </a:lnTo>
                  <a:lnTo>
                    <a:pt x="317258" y="243979"/>
                  </a:lnTo>
                  <a:lnTo>
                    <a:pt x="281305" y="271081"/>
                  </a:lnTo>
                  <a:lnTo>
                    <a:pt x="247192" y="299326"/>
                  </a:lnTo>
                  <a:lnTo>
                    <a:pt x="214985" y="328650"/>
                  </a:lnTo>
                  <a:lnTo>
                    <a:pt x="184759" y="359016"/>
                  </a:lnTo>
                  <a:lnTo>
                    <a:pt x="156578" y="390385"/>
                  </a:lnTo>
                  <a:lnTo>
                    <a:pt x="130505" y="422706"/>
                  </a:lnTo>
                  <a:lnTo>
                    <a:pt x="106591" y="455917"/>
                  </a:lnTo>
                  <a:lnTo>
                    <a:pt x="84924" y="490004"/>
                  </a:lnTo>
                  <a:lnTo>
                    <a:pt x="65557" y="524903"/>
                  </a:lnTo>
                  <a:lnTo>
                    <a:pt x="48564" y="560565"/>
                  </a:lnTo>
                  <a:lnTo>
                    <a:pt x="33997" y="596963"/>
                  </a:lnTo>
                  <a:lnTo>
                    <a:pt x="21932" y="634034"/>
                  </a:lnTo>
                  <a:lnTo>
                    <a:pt x="12433" y="671741"/>
                  </a:lnTo>
                  <a:lnTo>
                    <a:pt x="5575" y="710031"/>
                  </a:lnTo>
                  <a:lnTo>
                    <a:pt x="1409" y="748868"/>
                  </a:lnTo>
                  <a:lnTo>
                    <a:pt x="0" y="788212"/>
                  </a:lnTo>
                  <a:lnTo>
                    <a:pt x="1409" y="827557"/>
                  </a:lnTo>
                  <a:lnTo>
                    <a:pt x="5575" y="866394"/>
                  </a:lnTo>
                  <a:lnTo>
                    <a:pt x="12433" y="904684"/>
                  </a:lnTo>
                  <a:lnTo>
                    <a:pt x="21932" y="942390"/>
                  </a:lnTo>
                  <a:lnTo>
                    <a:pt x="33997" y="979462"/>
                  </a:lnTo>
                  <a:lnTo>
                    <a:pt x="48564" y="1015860"/>
                  </a:lnTo>
                  <a:lnTo>
                    <a:pt x="65557" y="1051521"/>
                  </a:lnTo>
                  <a:lnTo>
                    <a:pt x="84924" y="1086421"/>
                  </a:lnTo>
                  <a:lnTo>
                    <a:pt x="106591" y="1120508"/>
                  </a:lnTo>
                  <a:lnTo>
                    <a:pt x="130505" y="1153718"/>
                  </a:lnTo>
                  <a:lnTo>
                    <a:pt x="156578" y="1186040"/>
                  </a:lnTo>
                  <a:lnTo>
                    <a:pt x="184696" y="1217333"/>
                  </a:lnTo>
                  <a:lnTo>
                    <a:pt x="2108949" y="1217333"/>
                  </a:lnTo>
                  <a:lnTo>
                    <a:pt x="2137067" y="1186040"/>
                  </a:lnTo>
                  <a:lnTo>
                    <a:pt x="2163153" y="1153718"/>
                  </a:lnTo>
                  <a:lnTo>
                    <a:pt x="2187054" y="1120508"/>
                  </a:lnTo>
                  <a:lnTo>
                    <a:pt x="2208733" y="1086421"/>
                  </a:lnTo>
                  <a:lnTo>
                    <a:pt x="2228088" y="1051521"/>
                  </a:lnTo>
                  <a:lnTo>
                    <a:pt x="2245093" y="1015860"/>
                  </a:lnTo>
                  <a:lnTo>
                    <a:pt x="2259647" y="979462"/>
                  </a:lnTo>
                  <a:lnTo>
                    <a:pt x="2271712" y="942390"/>
                  </a:lnTo>
                  <a:lnTo>
                    <a:pt x="2281212" y="904684"/>
                  </a:lnTo>
                  <a:lnTo>
                    <a:pt x="2288070" y="866394"/>
                  </a:lnTo>
                  <a:lnTo>
                    <a:pt x="2290749" y="841476"/>
                  </a:lnTo>
                  <a:lnTo>
                    <a:pt x="2290749" y="734949"/>
                  </a:lnTo>
                  <a:close/>
                </a:path>
                <a:path w="2785109" h="1217929">
                  <a:moveTo>
                    <a:pt x="2784983" y="310972"/>
                  </a:moveTo>
                  <a:lnTo>
                    <a:pt x="2778366" y="261670"/>
                  </a:lnTo>
                  <a:lnTo>
                    <a:pt x="2759672" y="217373"/>
                  </a:lnTo>
                  <a:lnTo>
                    <a:pt x="2730665" y="179844"/>
                  </a:lnTo>
                  <a:lnTo>
                    <a:pt x="2693136" y="150850"/>
                  </a:lnTo>
                  <a:lnTo>
                    <a:pt x="2648839" y="132143"/>
                  </a:lnTo>
                  <a:lnTo>
                    <a:pt x="2599537" y="125526"/>
                  </a:lnTo>
                  <a:lnTo>
                    <a:pt x="2550236" y="132143"/>
                  </a:lnTo>
                  <a:lnTo>
                    <a:pt x="2505938" y="150850"/>
                  </a:lnTo>
                  <a:lnTo>
                    <a:pt x="2468397" y="179844"/>
                  </a:lnTo>
                  <a:lnTo>
                    <a:pt x="2439403" y="217373"/>
                  </a:lnTo>
                  <a:lnTo>
                    <a:pt x="2420709" y="261670"/>
                  </a:lnTo>
                  <a:lnTo>
                    <a:pt x="2414079" y="310972"/>
                  </a:lnTo>
                  <a:lnTo>
                    <a:pt x="2420709" y="360273"/>
                  </a:lnTo>
                  <a:lnTo>
                    <a:pt x="2439403" y="404571"/>
                  </a:lnTo>
                  <a:lnTo>
                    <a:pt x="2468397" y="442112"/>
                  </a:lnTo>
                  <a:lnTo>
                    <a:pt x="2505938" y="471106"/>
                  </a:lnTo>
                  <a:lnTo>
                    <a:pt x="2550236" y="489800"/>
                  </a:lnTo>
                  <a:lnTo>
                    <a:pt x="2599537" y="496430"/>
                  </a:lnTo>
                  <a:lnTo>
                    <a:pt x="2648839" y="489800"/>
                  </a:lnTo>
                  <a:lnTo>
                    <a:pt x="2693136" y="471106"/>
                  </a:lnTo>
                  <a:lnTo>
                    <a:pt x="2730665" y="442112"/>
                  </a:lnTo>
                  <a:lnTo>
                    <a:pt x="2759672" y="404571"/>
                  </a:lnTo>
                  <a:lnTo>
                    <a:pt x="2778366" y="360273"/>
                  </a:lnTo>
                  <a:lnTo>
                    <a:pt x="2784983" y="310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098695" y="2038043"/>
            <a:ext cx="4839335" cy="3722370"/>
            <a:chOff x="4098695" y="2038043"/>
            <a:chExt cx="4839335" cy="3722370"/>
          </a:xfrm>
        </p:grpSpPr>
        <p:sp>
          <p:nvSpPr>
            <p:cNvPr id="14" name="object 14"/>
            <p:cNvSpPr/>
            <p:nvPr/>
          </p:nvSpPr>
          <p:spPr>
            <a:xfrm>
              <a:off x="4098695" y="3357062"/>
              <a:ext cx="1446530" cy="1446530"/>
            </a:xfrm>
            <a:custGeom>
              <a:avLst/>
              <a:gdLst/>
              <a:ahLst/>
              <a:cxnLst/>
              <a:rect l="l" t="t" r="r" b="b"/>
              <a:pathLst>
                <a:path w="1446529" h="1446529">
                  <a:moveTo>
                    <a:pt x="723038" y="1446076"/>
                  </a:moveTo>
                  <a:lnTo>
                    <a:pt x="675498" y="1444538"/>
                  </a:lnTo>
                  <a:lnTo>
                    <a:pt x="628779" y="1439987"/>
                  </a:lnTo>
                  <a:lnTo>
                    <a:pt x="582976" y="1432520"/>
                  </a:lnTo>
                  <a:lnTo>
                    <a:pt x="538186" y="1422231"/>
                  </a:lnTo>
                  <a:lnTo>
                    <a:pt x="494502" y="1409215"/>
                  </a:lnTo>
                  <a:lnTo>
                    <a:pt x="452020" y="1393568"/>
                  </a:lnTo>
                  <a:lnTo>
                    <a:pt x="410836" y="1375384"/>
                  </a:lnTo>
                  <a:lnTo>
                    <a:pt x="371044" y="1354760"/>
                  </a:lnTo>
                  <a:lnTo>
                    <a:pt x="332741" y="1331791"/>
                  </a:lnTo>
                  <a:lnTo>
                    <a:pt x="296021" y="1306571"/>
                  </a:lnTo>
                  <a:lnTo>
                    <a:pt x="260979" y="1279197"/>
                  </a:lnTo>
                  <a:lnTo>
                    <a:pt x="227711" y="1249763"/>
                  </a:lnTo>
                  <a:lnTo>
                    <a:pt x="196313" y="1218364"/>
                  </a:lnTo>
                  <a:lnTo>
                    <a:pt x="166879" y="1185096"/>
                  </a:lnTo>
                  <a:lnTo>
                    <a:pt x="139504" y="1150055"/>
                  </a:lnTo>
                  <a:lnTo>
                    <a:pt x="114284" y="1113334"/>
                  </a:lnTo>
                  <a:lnTo>
                    <a:pt x="91315" y="1075031"/>
                  </a:lnTo>
                  <a:lnTo>
                    <a:pt x="70691" y="1035240"/>
                  </a:lnTo>
                  <a:lnTo>
                    <a:pt x="52508" y="994055"/>
                  </a:lnTo>
                  <a:lnTo>
                    <a:pt x="36860" y="951574"/>
                  </a:lnTo>
                  <a:lnTo>
                    <a:pt x="23845" y="907890"/>
                  </a:lnTo>
                  <a:lnTo>
                    <a:pt x="13555" y="863099"/>
                  </a:lnTo>
                  <a:lnTo>
                    <a:pt x="6088" y="817297"/>
                  </a:lnTo>
                  <a:lnTo>
                    <a:pt x="1537" y="770578"/>
                  </a:lnTo>
                  <a:lnTo>
                    <a:pt x="0" y="723038"/>
                  </a:lnTo>
                  <a:lnTo>
                    <a:pt x="1537" y="675498"/>
                  </a:lnTo>
                  <a:lnTo>
                    <a:pt x="6088" y="628779"/>
                  </a:lnTo>
                  <a:lnTo>
                    <a:pt x="13555" y="582976"/>
                  </a:lnTo>
                  <a:lnTo>
                    <a:pt x="23845" y="538186"/>
                  </a:lnTo>
                  <a:lnTo>
                    <a:pt x="36860" y="494502"/>
                  </a:lnTo>
                  <a:lnTo>
                    <a:pt x="52508" y="452020"/>
                  </a:lnTo>
                  <a:lnTo>
                    <a:pt x="70691" y="410836"/>
                  </a:lnTo>
                  <a:lnTo>
                    <a:pt x="91315" y="371044"/>
                  </a:lnTo>
                  <a:lnTo>
                    <a:pt x="114284" y="332741"/>
                  </a:lnTo>
                  <a:lnTo>
                    <a:pt x="139504" y="296021"/>
                  </a:lnTo>
                  <a:lnTo>
                    <a:pt x="166879" y="260979"/>
                  </a:lnTo>
                  <a:lnTo>
                    <a:pt x="196313" y="227711"/>
                  </a:lnTo>
                  <a:lnTo>
                    <a:pt x="227711" y="196313"/>
                  </a:lnTo>
                  <a:lnTo>
                    <a:pt x="260979" y="166879"/>
                  </a:lnTo>
                  <a:lnTo>
                    <a:pt x="296021" y="139504"/>
                  </a:lnTo>
                  <a:lnTo>
                    <a:pt x="332741" y="114284"/>
                  </a:lnTo>
                  <a:lnTo>
                    <a:pt x="371044" y="91315"/>
                  </a:lnTo>
                  <a:lnTo>
                    <a:pt x="410836" y="70691"/>
                  </a:lnTo>
                  <a:lnTo>
                    <a:pt x="452020" y="52508"/>
                  </a:lnTo>
                  <a:lnTo>
                    <a:pt x="494502" y="36860"/>
                  </a:lnTo>
                  <a:lnTo>
                    <a:pt x="538186" y="23845"/>
                  </a:lnTo>
                  <a:lnTo>
                    <a:pt x="582976" y="13555"/>
                  </a:lnTo>
                  <a:lnTo>
                    <a:pt x="628779" y="6088"/>
                  </a:lnTo>
                  <a:lnTo>
                    <a:pt x="675498" y="1537"/>
                  </a:lnTo>
                  <a:lnTo>
                    <a:pt x="723038" y="0"/>
                  </a:lnTo>
                  <a:lnTo>
                    <a:pt x="770578" y="1537"/>
                  </a:lnTo>
                  <a:lnTo>
                    <a:pt x="817297" y="6088"/>
                  </a:lnTo>
                  <a:lnTo>
                    <a:pt x="863099" y="13555"/>
                  </a:lnTo>
                  <a:lnTo>
                    <a:pt x="907890" y="23845"/>
                  </a:lnTo>
                  <a:lnTo>
                    <a:pt x="951574" y="36860"/>
                  </a:lnTo>
                  <a:lnTo>
                    <a:pt x="994055" y="52508"/>
                  </a:lnTo>
                  <a:lnTo>
                    <a:pt x="1035240" y="70691"/>
                  </a:lnTo>
                  <a:lnTo>
                    <a:pt x="1075031" y="91315"/>
                  </a:lnTo>
                  <a:lnTo>
                    <a:pt x="1113335" y="114284"/>
                  </a:lnTo>
                  <a:lnTo>
                    <a:pt x="1150055" y="139504"/>
                  </a:lnTo>
                  <a:lnTo>
                    <a:pt x="1185096" y="166879"/>
                  </a:lnTo>
                  <a:lnTo>
                    <a:pt x="1218364" y="196313"/>
                  </a:lnTo>
                  <a:lnTo>
                    <a:pt x="1249763" y="227711"/>
                  </a:lnTo>
                  <a:lnTo>
                    <a:pt x="1279197" y="260979"/>
                  </a:lnTo>
                  <a:lnTo>
                    <a:pt x="1306571" y="296021"/>
                  </a:lnTo>
                  <a:lnTo>
                    <a:pt x="1331791" y="332741"/>
                  </a:lnTo>
                  <a:lnTo>
                    <a:pt x="1354760" y="371044"/>
                  </a:lnTo>
                  <a:lnTo>
                    <a:pt x="1375384" y="410836"/>
                  </a:lnTo>
                  <a:lnTo>
                    <a:pt x="1393568" y="452020"/>
                  </a:lnTo>
                  <a:lnTo>
                    <a:pt x="1409215" y="494502"/>
                  </a:lnTo>
                  <a:lnTo>
                    <a:pt x="1422231" y="538186"/>
                  </a:lnTo>
                  <a:lnTo>
                    <a:pt x="1432520" y="582976"/>
                  </a:lnTo>
                  <a:lnTo>
                    <a:pt x="1439987" y="628779"/>
                  </a:lnTo>
                  <a:lnTo>
                    <a:pt x="1444538" y="675498"/>
                  </a:lnTo>
                  <a:lnTo>
                    <a:pt x="1446076" y="723034"/>
                  </a:lnTo>
                  <a:lnTo>
                    <a:pt x="1444538" y="770578"/>
                  </a:lnTo>
                  <a:lnTo>
                    <a:pt x="1439987" y="817297"/>
                  </a:lnTo>
                  <a:lnTo>
                    <a:pt x="1432520" y="863099"/>
                  </a:lnTo>
                  <a:lnTo>
                    <a:pt x="1422231" y="907890"/>
                  </a:lnTo>
                  <a:lnTo>
                    <a:pt x="1409215" y="951574"/>
                  </a:lnTo>
                  <a:lnTo>
                    <a:pt x="1393568" y="994055"/>
                  </a:lnTo>
                  <a:lnTo>
                    <a:pt x="1375384" y="1035240"/>
                  </a:lnTo>
                  <a:lnTo>
                    <a:pt x="1354760" y="1075031"/>
                  </a:lnTo>
                  <a:lnTo>
                    <a:pt x="1331791" y="1113334"/>
                  </a:lnTo>
                  <a:lnTo>
                    <a:pt x="1306571" y="1150055"/>
                  </a:lnTo>
                  <a:lnTo>
                    <a:pt x="1279197" y="1185096"/>
                  </a:lnTo>
                  <a:lnTo>
                    <a:pt x="1249763" y="1218364"/>
                  </a:lnTo>
                  <a:lnTo>
                    <a:pt x="1218364" y="1249763"/>
                  </a:lnTo>
                  <a:lnTo>
                    <a:pt x="1185096" y="1279197"/>
                  </a:lnTo>
                  <a:lnTo>
                    <a:pt x="1150055" y="1306571"/>
                  </a:lnTo>
                  <a:lnTo>
                    <a:pt x="1113335" y="1331791"/>
                  </a:lnTo>
                  <a:lnTo>
                    <a:pt x="1075031" y="1354760"/>
                  </a:lnTo>
                  <a:lnTo>
                    <a:pt x="1035240" y="1375384"/>
                  </a:lnTo>
                  <a:lnTo>
                    <a:pt x="994055" y="1393568"/>
                  </a:lnTo>
                  <a:lnTo>
                    <a:pt x="951574" y="1409215"/>
                  </a:lnTo>
                  <a:lnTo>
                    <a:pt x="907890" y="1422231"/>
                  </a:lnTo>
                  <a:lnTo>
                    <a:pt x="863099" y="1432520"/>
                  </a:lnTo>
                  <a:lnTo>
                    <a:pt x="817297" y="1439987"/>
                  </a:lnTo>
                  <a:lnTo>
                    <a:pt x="770578" y="1444538"/>
                  </a:lnTo>
                  <a:lnTo>
                    <a:pt x="723038" y="1446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8056" y="2038043"/>
              <a:ext cx="2419349" cy="3505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30764" y="4700282"/>
              <a:ext cx="2932430" cy="1060450"/>
            </a:xfrm>
            <a:custGeom>
              <a:avLst/>
              <a:gdLst/>
              <a:ahLst/>
              <a:cxnLst/>
              <a:rect l="l" t="t" r="r" b="b"/>
              <a:pathLst>
                <a:path w="2932429" h="1060450">
                  <a:moveTo>
                    <a:pt x="2932315" y="879779"/>
                  </a:moveTo>
                  <a:lnTo>
                    <a:pt x="2925889" y="831913"/>
                  </a:lnTo>
                  <a:lnTo>
                    <a:pt x="2907728" y="788898"/>
                  </a:lnTo>
                  <a:lnTo>
                    <a:pt x="2879572" y="752462"/>
                  </a:lnTo>
                  <a:lnTo>
                    <a:pt x="2843136" y="724306"/>
                  </a:lnTo>
                  <a:lnTo>
                    <a:pt x="2800121" y="706158"/>
                  </a:lnTo>
                  <a:lnTo>
                    <a:pt x="2752255" y="699719"/>
                  </a:lnTo>
                  <a:lnTo>
                    <a:pt x="2150529" y="699719"/>
                  </a:lnTo>
                  <a:lnTo>
                    <a:pt x="2154097" y="696798"/>
                  </a:lnTo>
                  <a:lnTo>
                    <a:pt x="2175446" y="670763"/>
                  </a:lnTo>
                  <a:lnTo>
                    <a:pt x="2191156" y="641350"/>
                  </a:lnTo>
                  <a:lnTo>
                    <a:pt x="2200846" y="609447"/>
                  </a:lnTo>
                  <a:lnTo>
                    <a:pt x="2203818" y="579399"/>
                  </a:lnTo>
                  <a:lnTo>
                    <a:pt x="2203818" y="572490"/>
                  </a:lnTo>
                  <a:lnTo>
                    <a:pt x="2191156" y="510527"/>
                  </a:lnTo>
                  <a:lnTo>
                    <a:pt x="2154097" y="455079"/>
                  </a:lnTo>
                  <a:lnTo>
                    <a:pt x="2098649" y="418033"/>
                  </a:lnTo>
                  <a:lnTo>
                    <a:pt x="2033244" y="405015"/>
                  </a:lnTo>
                  <a:lnTo>
                    <a:pt x="1450670" y="405015"/>
                  </a:lnTo>
                  <a:lnTo>
                    <a:pt x="1497101" y="399669"/>
                  </a:lnTo>
                  <a:lnTo>
                    <a:pt x="1539722" y="384441"/>
                  </a:lnTo>
                  <a:lnTo>
                    <a:pt x="1577327" y="360527"/>
                  </a:lnTo>
                  <a:lnTo>
                    <a:pt x="1608683" y="329171"/>
                  </a:lnTo>
                  <a:lnTo>
                    <a:pt x="1632597" y="291566"/>
                  </a:lnTo>
                  <a:lnTo>
                    <a:pt x="1647825" y="248945"/>
                  </a:lnTo>
                  <a:lnTo>
                    <a:pt x="1653171" y="202514"/>
                  </a:lnTo>
                  <a:lnTo>
                    <a:pt x="1647825" y="156083"/>
                  </a:lnTo>
                  <a:lnTo>
                    <a:pt x="1632597" y="113449"/>
                  </a:lnTo>
                  <a:lnTo>
                    <a:pt x="1608683" y="75857"/>
                  </a:lnTo>
                  <a:lnTo>
                    <a:pt x="1577327" y="44488"/>
                  </a:lnTo>
                  <a:lnTo>
                    <a:pt x="1539722" y="20586"/>
                  </a:lnTo>
                  <a:lnTo>
                    <a:pt x="1497101" y="5346"/>
                  </a:lnTo>
                  <a:lnTo>
                    <a:pt x="1450670" y="0"/>
                  </a:lnTo>
                  <a:lnTo>
                    <a:pt x="202501" y="0"/>
                  </a:lnTo>
                  <a:lnTo>
                    <a:pt x="156070" y="5346"/>
                  </a:lnTo>
                  <a:lnTo>
                    <a:pt x="113449" y="20586"/>
                  </a:lnTo>
                  <a:lnTo>
                    <a:pt x="75844" y="44488"/>
                  </a:lnTo>
                  <a:lnTo>
                    <a:pt x="44488" y="75857"/>
                  </a:lnTo>
                  <a:lnTo>
                    <a:pt x="20574" y="113449"/>
                  </a:lnTo>
                  <a:lnTo>
                    <a:pt x="5346" y="156083"/>
                  </a:lnTo>
                  <a:lnTo>
                    <a:pt x="0" y="202514"/>
                  </a:lnTo>
                  <a:lnTo>
                    <a:pt x="5346" y="248945"/>
                  </a:lnTo>
                  <a:lnTo>
                    <a:pt x="20574" y="291566"/>
                  </a:lnTo>
                  <a:lnTo>
                    <a:pt x="44488" y="329171"/>
                  </a:lnTo>
                  <a:lnTo>
                    <a:pt x="75844" y="360527"/>
                  </a:lnTo>
                  <a:lnTo>
                    <a:pt x="113449" y="384441"/>
                  </a:lnTo>
                  <a:lnTo>
                    <a:pt x="156070" y="399669"/>
                  </a:lnTo>
                  <a:lnTo>
                    <a:pt x="202501" y="405015"/>
                  </a:lnTo>
                  <a:lnTo>
                    <a:pt x="594766" y="405015"/>
                  </a:lnTo>
                  <a:lnTo>
                    <a:pt x="561263" y="408330"/>
                  </a:lnTo>
                  <a:lnTo>
                    <a:pt x="499935" y="433743"/>
                  </a:lnTo>
                  <a:lnTo>
                    <a:pt x="452551" y="481114"/>
                  </a:lnTo>
                  <a:lnTo>
                    <a:pt x="427151" y="542442"/>
                  </a:lnTo>
                  <a:lnTo>
                    <a:pt x="423837" y="575945"/>
                  </a:lnTo>
                  <a:lnTo>
                    <a:pt x="427151" y="609447"/>
                  </a:lnTo>
                  <a:lnTo>
                    <a:pt x="452551" y="670763"/>
                  </a:lnTo>
                  <a:lnTo>
                    <a:pt x="499935" y="718146"/>
                  </a:lnTo>
                  <a:lnTo>
                    <a:pt x="561263" y="743546"/>
                  </a:lnTo>
                  <a:lnTo>
                    <a:pt x="594766" y="746861"/>
                  </a:lnTo>
                  <a:lnTo>
                    <a:pt x="1228674" y="746861"/>
                  </a:lnTo>
                  <a:lnTo>
                    <a:pt x="1221435" y="752462"/>
                  </a:lnTo>
                  <a:lnTo>
                    <a:pt x="1193292" y="788898"/>
                  </a:lnTo>
                  <a:lnTo>
                    <a:pt x="1175131" y="831913"/>
                  </a:lnTo>
                  <a:lnTo>
                    <a:pt x="1168704" y="879779"/>
                  </a:lnTo>
                  <a:lnTo>
                    <a:pt x="1175131" y="927658"/>
                  </a:lnTo>
                  <a:lnTo>
                    <a:pt x="1193292" y="970661"/>
                  </a:lnTo>
                  <a:lnTo>
                    <a:pt x="1221435" y="1007110"/>
                  </a:lnTo>
                  <a:lnTo>
                    <a:pt x="1257884" y="1035265"/>
                  </a:lnTo>
                  <a:lnTo>
                    <a:pt x="1300899" y="1053414"/>
                  </a:lnTo>
                  <a:lnTo>
                    <a:pt x="1348765" y="1059840"/>
                  </a:lnTo>
                  <a:lnTo>
                    <a:pt x="2752255" y="1059840"/>
                  </a:lnTo>
                  <a:lnTo>
                    <a:pt x="2800121" y="1053414"/>
                  </a:lnTo>
                  <a:lnTo>
                    <a:pt x="2843136" y="1035265"/>
                  </a:lnTo>
                  <a:lnTo>
                    <a:pt x="2879572" y="1007110"/>
                  </a:lnTo>
                  <a:lnTo>
                    <a:pt x="2907728" y="970661"/>
                  </a:lnTo>
                  <a:lnTo>
                    <a:pt x="2925889" y="927658"/>
                  </a:lnTo>
                  <a:lnTo>
                    <a:pt x="2932315" y="879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821732" y="243673"/>
            <a:ext cx="1951989" cy="1372870"/>
          </a:xfrm>
          <a:custGeom>
            <a:avLst/>
            <a:gdLst/>
            <a:ahLst/>
            <a:cxnLst/>
            <a:rect l="l" t="t" r="r" b="b"/>
            <a:pathLst>
              <a:path w="1951990" h="1372870">
                <a:moveTo>
                  <a:pt x="196485" y="1372770"/>
                </a:moveTo>
                <a:lnTo>
                  <a:pt x="196485" y="1147532"/>
                </a:lnTo>
                <a:lnTo>
                  <a:pt x="168227" y="1132752"/>
                </a:lnTo>
                <a:lnTo>
                  <a:pt x="141613" y="1114740"/>
                </a:lnTo>
                <a:lnTo>
                  <a:pt x="93937" y="1066390"/>
                </a:lnTo>
                <a:lnTo>
                  <a:pt x="54699" y="997230"/>
                </a:lnTo>
                <a:lnTo>
                  <a:pt x="38631" y="953205"/>
                </a:lnTo>
                <a:lnTo>
                  <a:pt x="25137" y="902009"/>
                </a:lnTo>
                <a:lnTo>
                  <a:pt x="14372" y="842984"/>
                </a:lnTo>
                <a:lnTo>
                  <a:pt x="6490" y="775474"/>
                </a:lnTo>
                <a:lnTo>
                  <a:pt x="1648" y="698824"/>
                </a:lnTo>
                <a:lnTo>
                  <a:pt x="0" y="612376"/>
                </a:lnTo>
                <a:lnTo>
                  <a:pt x="1567" y="533954"/>
                </a:lnTo>
                <a:lnTo>
                  <a:pt x="6181" y="461763"/>
                </a:lnTo>
                <a:lnTo>
                  <a:pt x="13685" y="395745"/>
                </a:lnTo>
                <a:lnTo>
                  <a:pt x="23942" y="335623"/>
                </a:lnTo>
                <a:lnTo>
                  <a:pt x="36806" y="281198"/>
                </a:lnTo>
                <a:lnTo>
                  <a:pt x="52136" y="232271"/>
                </a:lnTo>
                <a:lnTo>
                  <a:pt x="69787" y="188642"/>
                </a:lnTo>
                <a:lnTo>
                  <a:pt x="89616" y="150113"/>
                </a:lnTo>
                <a:lnTo>
                  <a:pt x="111481" y="116485"/>
                </a:lnTo>
                <a:lnTo>
                  <a:pt x="160740" y="63134"/>
                </a:lnTo>
                <a:lnTo>
                  <a:pt x="216419" y="26998"/>
                </a:lnTo>
                <a:lnTo>
                  <a:pt x="277370" y="6484"/>
                </a:lnTo>
                <a:lnTo>
                  <a:pt x="342446" y="0"/>
                </a:lnTo>
                <a:lnTo>
                  <a:pt x="1595530" y="0"/>
                </a:lnTo>
                <a:lnTo>
                  <a:pt x="1665779" y="6484"/>
                </a:lnTo>
                <a:lnTo>
                  <a:pt x="1730698" y="26999"/>
                </a:lnTo>
                <a:lnTo>
                  <a:pt x="1789297" y="63138"/>
                </a:lnTo>
                <a:lnTo>
                  <a:pt x="1840589" y="116495"/>
                </a:lnTo>
                <a:lnTo>
                  <a:pt x="1863186" y="150127"/>
                </a:lnTo>
                <a:lnTo>
                  <a:pt x="1883587" y="188661"/>
                </a:lnTo>
                <a:lnTo>
                  <a:pt x="1901667" y="232296"/>
                </a:lnTo>
                <a:lnTo>
                  <a:pt x="1917304" y="281231"/>
                </a:lnTo>
                <a:lnTo>
                  <a:pt x="1930373" y="335665"/>
                </a:lnTo>
                <a:lnTo>
                  <a:pt x="1940751" y="395798"/>
                </a:lnTo>
                <a:lnTo>
                  <a:pt x="1948315" y="461827"/>
                </a:lnTo>
                <a:lnTo>
                  <a:pt x="1951908" y="517797"/>
                </a:lnTo>
                <a:lnTo>
                  <a:pt x="1951876" y="698824"/>
                </a:lnTo>
                <a:lnTo>
                  <a:pt x="1947520" y="756475"/>
                </a:lnTo>
                <a:lnTo>
                  <a:pt x="1939005" y="819595"/>
                </a:lnTo>
                <a:lnTo>
                  <a:pt x="1927340" y="876963"/>
                </a:lnTo>
                <a:lnTo>
                  <a:pt x="1912673" y="928749"/>
                </a:lnTo>
                <a:lnTo>
                  <a:pt x="1895153" y="975126"/>
                </a:lnTo>
                <a:lnTo>
                  <a:pt x="1874927" y="1016268"/>
                </a:lnTo>
                <a:lnTo>
                  <a:pt x="1852143" y="1052346"/>
                </a:lnTo>
                <a:lnTo>
                  <a:pt x="1826948" y="1083534"/>
                </a:lnTo>
                <a:lnTo>
                  <a:pt x="1799492" y="1110003"/>
                </a:lnTo>
                <a:lnTo>
                  <a:pt x="1738384" y="1149478"/>
                </a:lnTo>
                <a:lnTo>
                  <a:pt x="1670002" y="1172150"/>
                </a:lnTo>
                <a:lnTo>
                  <a:pt x="1595530" y="1179400"/>
                </a:lnTo>
                <a:lnTo>
                  <a:pt x="429070" y="1179400"/>
                </a:lnTo>
                <a:lnTo>
                  <a:pt x="196485" y="13727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80917" y="295096"/>
            <a:ext cx="183642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1400" spc="-120" dirty="0">
                <a:latin typeface="Arial Black"/>
                <a:cs typeface="Arial Black"/>
              </a:rPr>
              <a:t>We </a:t>
            </a:r>
            <a:r>
              <a:rPr sz="1400" spc="-105" dirty="0">
                <a:latin typeface="Arial Black"/>
                <a:cs typeface="Arial Black"/>
              </a:rPr>
              <a:t>focus</a:t>
            </a:r>
            <a:r>
              <a:rPr sz="1400" spc="-120" dirty="0">
                <a:latin typeface="Arial Black"/>
                <a:cs typeface="Arial Black"/>
              </a:rPr>
              <a:t> </a:t>
            </a:r>
            <a:r>
              <a:rPr sz="1400" spc="-60" dirty="0">
                <a:latin typeface="Arial Black"/>
                <a:cs typeface="Arial Black"/>
              </a:rPr>
              <a:t>only</a:t>
            </a:r>
            <a:r>
              <a:rPr sz="1400" spc="-114" dirty="0">
                <a:latin typeface="Arial Black"/>
                <a:cs typeface="Arial Black"/>
              </a:rPr>
              <a:t> </a:t>
            </a:r>
            <a:r>
              <a:rPr sz="1400" spc="-70" dirty="0">
                <a:latin typeface="Arial Black"/>
                <a:cs typeface="Arial Black"/>
              </a:rPr>
              <a:t>on</a:t>
            </a:r>
            <a:r>
              <a:rPr sz="1400" spc="-120" dirty="0">
                <a:latin typeface="Arial Black"/>
                <a:cs typeface="Arial Black"/>
              </a:rPr>
              <a:t> </a:t>
            </a:r>
            <a:r>
              <a:rPr sz="1400" spc="-50" dirty="0">
                <a:latin typeface="Arial Black"/>
                <a:cs typeface="Arial Black"/>
              </a:rPr>
              <a:t>the </a:t>
            </a:r>
            <a:r>
              <a:rPr sz="1400" spc="-105" dirty="0">
                <a:latin typeface="Arial Black"/>
                <a:cs typeface="Arial Black"/>
              </a:rPr>
              <a:t>most </a:t>
            </a:r>
            <a:r>
              <a:rPr sz="1400" spc="-110" dirty="0">
                <a:latin typeface="Arial Black"/>
                <a:cs typeface="Arial Black"/>
              </a:rPr>
              <a:t>used</a:t>
            </a:r>
            <a:r>
              <a:rPr sz="1400" spc="-105" dirty="0">
                <a:latin typeface="Arial Black"/>
                <a:cs typeface="Arial Black"/>
              </a:rPr>
              <a:t> </a:t>
            </a:r>
            <a:r>
              <a:rPr sz="1400" spc="-25" dirty="0">
                <a:latin typeface="Arial Black"/>
                <a:cs typeface="Arial Black"/>
              </a:rPr>
              <a:t>and </a:t>
            </a:r>
            <a:r>
              <a:rPr sz="1400" spc="-80" dirty="0">
                <a:latin typeface="Arial Black"/>
                <a:cs typeface="Arial Black"/>
              </a:rPr>
              <a:t>important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spc="-25" dirty="0">
                <a:latin typeface="Arial Black"/>
                <a:cs typeface="Arial Black"/>
              </a:rPr>
              <a:t>Dax </a:t>
            </a:r>
            <a:r>
              <a:rPr sz="1400" spc="-10" dirty="0">
                <a:latin typeface="Arial Black"/>
                <a:cs typeface="Arial Black"/>
              </a:rPr>
              <a:t>Functions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362" y="2442694"/>
            <a:ext cx="86205" cy="8620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Meet</a:t>
            </a:r>
            <a:r>
              <a:rPr spc="-75" dirty="0"/>
              <a:t> </a:t>
            </a:r>
            <a:r>
              <a:rPr spc="-25" dirty="0"/>
              <a:t>DAX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pc="-25" dirty="0"/>
          </a:p>
          <a:p>
            <a:pPr marL="310515">
              <a:lnSpc>
                <a:spcPct val="100000"/>
              </a:lnSpc>
            </a:pPr>
            <a:r>
              <a:rPr sz="1900" b="0" dirty="0">
                <a:latin typeface="Comic Sans MS"/>
                <a:cs typeface="Comic Sans MS"/>
              </a:rPr>
              <a:t>COMMON</a:t>
            </a:r>
            <a:r>
              <a:rPr sz="1900" b="0" spc="-40" dirty="0">
                <a:latin typeface="Comic Sans MS"/>
                <a:cs typeface="Comic Sans MS"/>
              </a:rPr>
              <a:t> </a:t>
            </a:r>
            <a:r>
              <a:rPr sz="1900" b="0" dirty="0">
                <a:latin typeface="Comic Sans MS"/>
                <a:cs typeface="Comic Sans MS"/>
              </a:rPr>
              <a:t>FUNCTION</a:t>
            </a:r>
            <a:r>
              <a:rPr sz="1900" b="0" spc="-30" dirty="0">
                <a:latin typeface="Comic Sans MS"/>
                <a:cs typeface="Comic Sans MS"/>
              </a:rPr>
              <a:t> </a:t>
            </a:r>
            <a:r>
              <a:rPr sz="1900" b="0" spc="-10" dirty="0">
                <a:latin typeface="Comic Sans MS"/>
                <a:cs typeface="Comic Sans MS"/>
              </a:rPr>
              <a:t>CATEGORIES</a:t>
            </a:r>
            <a:endParaRPr sz="1900">
              <a:latin typeface="Comic Sans MS"/>
              <a:cs typeface="Comic Sans MS"/>
            </a:endParaRPr>
          </a:p>
          <a:p>
            <a:pPr marL="516255">
              <a:lnSpc>
                <a:spcPct val="100000"/>
              </a:lnSpc>
              <a:spcBef>
                <a:spcPts val="1515"/>
              </a:spcBef>
              <a:tabLst>
                <a:tab pos="850900" algn="l"/>
              </a:tabLst>
            </a:pPr>
            <a:r>
              <a:rPr sz="1800" b="0" spc="-25" dirty="0">
                <a:latin typeface="Comic Sans MS"/>
                <a:cs typeface="Comic Sans MS"/>
              </a:rPr>
              <a:t>2.</a:t>
            </a:r>
            <a:r>
              <a:rPr sz="1800" b="0" dirty="0">
                <a:latin typeface="Comic Sans MS"/>
                <a:cs typeface="Comic Sans MS"/>
              </a:rPr>
              <a:t>	LOGICAL</a:t>
            </a:r>
            <a:r>
              <a:rPr sz="1800" b="0" spc="-30" dirty="0">
                <a:latin typeface="Comic Sans MS"/>
                <a:cs typeface="Comic Sans MS"/>
              </a:rPr>
              <a:t> </a:t>
            </a:r>
            <a:r>
              <a:rPr sz="1800" b="0" spc="-10" dirty="0">
                <a:latin typeface="Comic Sans MS"/>
                <a:cs typeface="Comic Sans MS"/>
              </a:rPr>
              <a:t>FUNCTIONS</a:t>
            </a:r>
            <a:endParaRPr sz="1800">
              <a:latin typeface="Comic Sans MS"/>
              <a:cs typeface="Comic Sans MS"/>
            </a:endParaRPr>
          </a:p>
          <a:p>
            <a:pPr marL="1058545" marR="2460625" indent="72390">
              <a:lnSpc>
                <a:spcPts val="3770"/>
              </a:lnSpc>
              <a:spcBef>
                <a:spcPts val="45"/>
              </a:spcBef>
            </a:pPr>
            <a:r>
              <a:rPr sz="1900" b="0" spc="-25" dirty="0">
                <a:latin typeface="Comic Sans MS"/>
                <a:cs typeface="Comic Sans MS"/>
              </a:rPr>
              <a:t>NOT </a:t>
            </a:r>
            <a:r>
              <a:rPr sz="1900" b="0" spc="-10" dirty="0">
                <a:latin typeface="Comic Sans MS"/>
                <a:cs typeface="Comic Sans MS"/>
              </a:rPr>
              <a:t>SWITCH </a:t>
            </a:r>
            <a:r>
              <a:rPr sz="1900" b="0" spc="-20" dirty="0">
                <a:latin typeface="Comic Sans MS"/>
                <a:cs typeface="Comic Sans MS"/>
              </a:rPr>
              <a:t>TRUE </a:t>
            </a:r>
            <a:r>
              <a:rPr sz="1900" b="0" spc="-10" dirty="0">
                <a:latin typeface="Comic Sans MS"/>
                <a:cs typeface="Comic Sans MS"/>
              </a:rPr>
              <a:t>FALSE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7867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2920" y="2611095"/>
            <a:ext cx="1758204" cy="28289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85281" y="1409971"/>
            <a:ext cx="1188720" cy="948055"/>
          </a:xfrm>
          <a:custGeom>
            <a:avLst/>
            <a:gdLst/>
            <a:ahLst/>
            <a:cxnLst/>
            <a:rect l="l" t="t" r="r" b="b"/>
            <a:pathLst>
              <a:path w="1188720" h="948055">
                <a:moveTo>
                  <a:pt x="237121" y="947833"/>
                </a:moveTo>
                <a:lnTo>
                  <a:pt x="237121" y="676012"/>
                </a:lnTo>
                <a:lnTo>
                  <a:pt x="192083" y="651845"/>
                </a:lnTo>
                <a:lnTo>
                  <a:pt x="150683" y="622931"/>
                </a:lnTo>
                <a:lnTo>
                  <a:pt x="113365" y="590049"/>
                </a:lnTo>
                <a:lnTo>
                  <a:pt x="80572" y="553979"/>
                </a:lnTo>
                <a:lnTo>
                  <a:pt x="52748" y="515501"/>
                </a:lnTo>
                <a:lnTo>
                  <a:pt x="30335" y="475395"/>
                </a:lnTo>
                <a:lnTo>
                  <a:pt x="13778" y="434442"/>
                </a:lnTo>
                <a:lnTo>
                  <a:pt x="3518" y="393422"/>
                </a:lnTo>
                <a:lnTo>
                  <a:pt x="0" y="353114"/>
                </a:lnTo>
                <a:lnTo>
                  <a:pt x="3219" y="313274"/>
                </a:lnTo>
                <a:lnTo>
                  <a:pt x="12620" y="273653"/>
                </a:lnTo>
                <a:lnTo>
                  <a:pt x="27815" y="234768"/>
                </a:lnTo>
                <a:lnTo>
                  <a:pt x="48417" y="197134"/>
                </a:lnTo>
                <a:lnTo>
                  <a:pt x="74039" y="161270"/>
                </a:lnTo>
                <a:lnTo>
                  <a:pt x="104294" y="127690"/>
                </a:lnTo>
                <a:lnTo>
                  <a:pt x="138794" y="96912"/>
                </a:lnTo>
                <a:lnTo>
                  <a:pt x="177152" y="69452"/>
                </a:lnTo>
                <a:lnTo>
                  <a:pt x="218982" y="45826"/>
                </a:lnTo>
                <a:lnTo>
                  <a:pt x="263896" y="26552"/>
                </a:lnTo>
                <a:lnTo>
                  <a:pt x="311506" y="12145"/>
                </a:lnTo>
                <a:lnTo>
                  <a:pt x="361427" y="3122"/>
                </a:lnTo>
                <a:lnTo>
                  <a:pt x="413270" y="0"/>
                </a:lnTo>
                <a:lnTo>
                  <a:pt x="776136" y="0"/>
                </a:lnTo>
                <a:lnTo>
                  <a:pt x="827983" y="3122"/>
                </a:lnTo>
                <a:lnTo>
                  <a:pt x="877908" y="12145"/>
                </a:lnTo>
                <a:lnTo>
                  <a:pt x="925523" y="26552"/>
                </a:lnTo>
                <a:lnTo>
                  <a:pt x="970442" y="45826"/>
                </a:lnTo>
                <a:lnTo>
                  <a:pt x="1012276" y="69452"/>
                </a:lnTo>
                <a:lnTo>
                  <a:pt x="1050638" y="96912"/>
                </a:lnTo>
                <a:lnTo>
                  <a:pt x="1085142" y="127690"/>
                </a:lnTo>
                <a:lnTo>
                  <a:pt x="1115400" y="161270"/>
                </a:lnTo>
                <a:lnTo>
                  <a:pt x="1141024" y="197134"/>
                </a:lnTo>
                <a:lnTo>
                  <a:pt x="1161627" y="234768"/>
                </a:lnTo>
                <a:lnTo>
                  <a:pt x="1176822" y="273653"/>
                </a:lnTo>
                <a:lnTo>
                  <a:pt x="1186222" y="313274"/>
                </a:lnTo>
                <a:lnTo>
                  <a:pt x="1188494" y="341420"/>
                </a:lnTo>
                <a:lnTo>
                  <a:pt x="1188494" y="365312"/>
                </a:lnTo>
                <a:lnTo>
                  <a:pt x="1176817" y="435824"/>
                </a:lnTo>
                <a:lnTo>
                  <a:pt x="1161620" y="475951"/>
                </a:lnTo>
                <a:lnTo>
                  <a:pt x="1141017" y="514601"/>
                </a:lnTo>
                <a:lnTo>
                  <a:pt x="1115392" y="551280"/>
                </a:lnTo>
                <a:lnTo>
                  <a:pt x="1085135" y="585494"/>
                </a:lnTo>
                <a:lnTo>
                  <a:pt x="1050633" y="616748"/>
                </a:lnTo>
                <a:lnTo>
                  <a:pt x="1012271" y="644550"/>
                </a:lnTo>
                <a:lnTo>
                  <a:pt x="970438" y="668404"/>
                </a:lnTo>
                <a:lnTo>
                  <a:pt x="925521" y="687818"/>
                </a:lnTo>
                <a:lnTo>
                  <a:pt x="877907" y="702296"/>
                </a:lnTo>
                <a:lnTo>
                  <a:pt x="827983" y="711345"/>
                </a:lnTo>
                <a:lnTo>
                  <a:pt x="776136" y="714471"/>
                </a:lnTo>
                <a:lnTo>
                  <a:pt x="517809" y="714471"/>
                </a:lnTo>
                <a:lnTo>
                  <a:pt x="237121" y="947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63378" y="1491130"/>
            <a:ext cx="833119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marR="5080" indent="-103505">
              <a:lnSpc>
                <a:spcPct val="112100"/>
              </a:lnSpc>
              <a:spcBef>
                <a:spcPts val="100"/>
              </a:spcBef>
            </a:pPr>
            <a:r>
              <a:rPr sz="1450" b="1" dirty="0">
                <a:latin typeface="Comic Sans MS"/>
                <a:cs typeface="Comic Sans MS"/>
              </a:rPr>
              <a:t>Have</a:t>
            </a:r>
            <a:r>
              <a:rPr sz="1450" b="1" spc="-40" dirty="0">
                <a:latin typeface="Comic Sans MS"/>
                <a:cs typeface="Comic Sans MS"/>
              </a:rPr>
              <a:t> </a:t>
            </a:r>
            <a:r>
              <a:rPr sz="1450" b="1" spc="-25" dirty="0">
                <a:latin typeface="Comic Sans MS"/>
                <a:cs typeface="Comic Sans MS"/>
              </a:rPr>
              <a:t>you </a:t>
            </a:r>
            <a:r>
              <a:rPr sz="1450" b="1" dirty="0">
                <a:latin typeface="Comic Sans MS"/>
                <a:cs typeface="Comic Sans MS"/>
              </a:rPr>
              <a:t>got</a:t>
            </a:r>
            <a:r>
              <a:rPr sz="1450" b="1" spc="-45" dirty="0">
                <a:latin typeface="Comic Sans MS"/>
                <a:cs typeface="Comic Sans MS"/>
              </a:rPr>
              <a:t> </a:t>
            </a:r>
            <a:r>
              <a:rPr sz="1450" b="1" spc="-25" dirty="0">
                <a:latin typeface="Comic Sans MS"/>
                <a:cs typeface="Comic Sans MS"/>
              </a:rPr>
              <a:t>it?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300026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900799" y="900872"/>
                </a:moveTo>
                <a:lnTo>
                  <a:pt x="0" y="900872"/>
                </a:lnTo>
                <a:lnTo>
                  <a:pt x="0" y="0"/>
                </a:lnTo>
                <a:lnTo>
                  <a:pt x="68469" y="12601"/>
                </a:lnTo>
                <a:lnTo>
                  <a:pt x="113443" y="23591"/>
                </a:lnTo>
                <a:lnTo>
                  <a:pt x="157659" y="36437"/>
                </a:lnTo>
                <a:lnTo>
                  <a:pt x="201072" y="51095"/>
                </a:lnTo>
                <a:lnTo>
                  <a:pt x="243640" y="67520"/>
                </a:lnTo>
                <a:lnTo>
                  <a:pt x="285317" y="85670"/>
                </a:lnTo>
                <a:lnTo>
                  <a:pt x="326060" y="105500"/>
                </a:lnTo>
                <a:lnTo>
                  <a:pt x="365826" y="126966"/>
                </a:lnTo>
                <a:lnTo>
                  <a:pt x="404570" y="150025"/>
                </a:lnTo>
                <a:lnTo>
                  <a:pt x="442248" y="174632"/>
                </a:lnTo>
                <a:lnTo>
                  <a:pt x="478816" y="200744"/>
                </a:lnTo>
                <a:lnTo>
                  <a:pt x="514232" y="228316"/>
                </a:lnTo>
                <a:lnTo>
                  <a:pt x="548449" y="257306"/>
                </a:lnTo>
                <a:lnTo>
                  <a:pt x="581426" y="287668"/>
                </a:lnTo>
                <a:lnTo>
                  <a:pt x="613117" y="319360"/>
                </a:lnTo>
                <a:lnTo>
                  <a:pt x="643480" y="352336"/>
                </a:lnTo>
                <a:lnTo>
                  <a:pt x="672469" y="386554"/>
                </a:lnTo>
                <a:lnTo>
                  <a:pt x="700042" y="421969"/>
                </a:lnTo>
                <a:lnTo>
                  <a:pt x="726153" y="458538"/>
                </a:lnTo>
                <a:lnTo>
                  <a:pt x="750761" y="496216"/>
                </a:lnTo>
                <a:lnTo>
                  <a:pt x="773819" y="534960"/>
                </a:lnTo>
                <a:lnTo>
                  <a:pt x="795286" y="574725"/>
                </a:lnTo>
                <a:lnTo>
                  <a:pt x="815116" y="615469"/>
                </a:lnTo>
                <a:lnTo>
                  <a:pt x="833265" y="657146"/>
                </a:lnTo>
                <a:lnTo>
                  <a:pt x="849691" y="699713"/>
                </a:lnTo>
                <a:lnTo>
                  <a:pt x="864349" y="743127"/>
                </a:lnTo>
                <a:lnTo>
                  <a:pt x="877194" y="787343"/>
                </a:lnTo>
                <a:lnTo>
                  <a:pt x="888184" y="832317"/>
                </a:lnTo>
                <a:lnTo>
                  <a:pt x="897274" y="878005"/>
                </a:lnTo>
                <a:lnTo>
                  <a:pt x="900799" y="900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3088" y="5587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859155"/>
          </a:xfrm>
          <a:custGeom>
            <a:avLst/>
            <a:gdLst/>
            <a:ahLst/>
            <a:cxnLst/>
            <a:rect l="l" t="t" r="r" b="b"/>
            <a:pathLst>
              <a:path w="1181100" h="859155">
                <a:moveTo>
                  <a:pt x="719999" y="859071"/>
                </a:moveTo>
                <a:lnTo>
                  <a:pt x="672659" y="857540"/>
                </a:lnTo>
                <a:lnTo>
                  <a:pt x="626137" y="853009"/>
                </a:lnTo>
                <a:lnTo>
                  <a:pt x="580527" y="845573"/>
                </a:lnTo>
                <a:lnTo>
                  <a:pt x="535924" y="835326"/>
                </a:lnTo>
                <a:lnTo>
                  <a:pt x="492424" y="822365"/>
                </a:lnTo>
                <a:lnTo>
                  <a:pt x="450120" y="806784"/>
                </a:lnTo>
                <a:lnTo>
                  <a:pt x="409109" y="788677"/>
                </a:lnTo>
                <a:lnTo>
                  <a:pt x="369485" y="768140"/>
                </a:lnTo>
                <a:lnTo>
                  <a:pt x="331343" y="745267"/>
                </a:lnTo>
                <a:lnTo>
                  <a:pt x="294777" y="720153"/>
                </a:lnTo>
                <a:lnTo>
                  <a:pt x="259882" y="692894"/>
                </a:lnTo>
                <a:lnTo>
                  <a:pt x="226754" y="663583"/>
                </a:lnTo>
                <a:lnTo>
                  <a:pt x="195488" y="632316"/>
                </a:lnTo>
                <a:lnTo>
                  <a:pt x="166177" y="599188"/>
                </a:lnTo>
                <a:lnTo>
                  <a:pt x="138918" y="564294"/>
                </a:lnTo>
                <a:lnTo>
                  <a:pt x="113804" y="527728"/>
                </a:lnTo>
                <a:lnTo>
                  <a:pt x="90931" y="489586"/>
                </a:lnTo>
                <a:lnTo>
                  <a:pt x="70394" y="449961"/>
                </a:lnTo>
                <a:lnTo>
                  <a:pt x="52287" y="408950"/>
                </a:lnTo>
                <a:lnTo>
                  <a:pt x="36706" y="366647"/>
                </a:lnTo>
                <a:lnTo>
                  <a:pt x="23744" y="323147"/>
                </a:lnTo>
                <a:lnTo>
                  <a:pt x="13498" y="278544"/>
                </a:lnTo>
                <a:lnTo>
                  <a:pt x="6062" y="232934"/>
                </a:lnTo>
                <a:lnTo>
                  <a:pt x="1531" y="186412"/>
                </a:lnTo>
                <a:lnTo>
                  <a:pt x="0" y="139071"/>
                </a:lnTo>
                <a:lnTo>
                  <a:pt x="1531" y="91731"/>
                </a:lnTo>
                <a:lnTo>
                  <a:pt x="6062" y="45209"/>
                </a:lnTo>
                <a:lnTo>
                  <a:pt x="13433" y="0"/>
                </a:lnTo>
                <a:lnTo>
                  <a:pt x="1180500" y="0"/>
                </a:lnTo>
                <a:lnTo>
                  <a:pt x="1180500" y="692554"/>
                </a:lnTo>
                <a:lnTo>
                  <a:pt x="1145222" y="720153"/>
                </a:lnTo>
                <a:lnTo>
                  <a:pt x="1108656" y="745267"/>
                </a:lnTo>
                <a:lnTo>
                  <a:pt x="1070514" y="768140"/>
                </a:lnTo>
                <a:lnTo>
                  <a:pt x="1030889" y="788677"/>
                </a:lnTo>
                <a:lnTo>
                  <a:pt x="989878" y="806784"/>
                </a:lnTo>
                <a:lnTo>
                  <a:pt x="947575" y="822365"/>
                </a:lnTo>
                <a:lnTo>
                  <a:pt x="904075" y="835326"/>
                </a:lnTo>
                <a:lnTo>
                  <a:pt x="859472" y="845573"/>
                </a:lnTo>
                <a:lnTo>
                  <a:pt x="813862" y="853009"/>
                </a:lnTo>
                <a:lnTo>
                  <a:pt x="767339" y="857540"/>
                </a:lnTo>
                <a:lnTo>
                  <a:pt x="719999" y="859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870585" cy="859155"/>
          </a:xfrm>
          <a:custGeom>
            <a:avLst/>
            <a:gdLst/>
            <a:ahLst/>
            <a:cxnLst/>
            <a:rect l="l" t="t" r="r" b="b"/>
            <a:pathLst>
              <a:path w="870585" h="859155">
                <a:moveTo>
                  <a:pt x="383935" y="859071"/>
                </a:moveTo>
                <a:lnTo>
                  <a:pt x="337102" y="856845"/>
                </a:lnTo>
                <a:lnTo>
                  <a:pt x="291529" y="850303"/>
                </a:lnTo>
                <a:lnTo>
                  <a:pt x="247420" y="839648"/>
                </a:lnTo>
                <a:lnTo>
                  <a:pt x="204977" y="825085"/>
                </a:lnTo>
                <a:lnTo>
                  <a:pt x="164406" y="806816"/>
                </a:lnTo>
                <a:lnTo>
                  <a:pt x="125909" y="785046"/>
                </a:lnTo>
                <a:lnTo>
                  <a:pt x="89690" y="759979"/>
                </a:lnTo>
                <a:lnTo>
                  <a:pt x="55954" y="731819"/>
                </a:lnTo>
                <a:lnTo>
                  <a:pt x="24903" y="700769"/>
                </a:lnTo>
                <a:lnTo>
                  <a:pt x="0" y="670934"/>
                </a:lnTo>
                <a:lnTo>
                  <a:pt x="0" y="74642"/>
                </a:lnTo>
                <a:lnTo>
                  <a:pt x="24903" y="44807"/>
                </a:lnTo>
                <a:lnTo>
                  <a:pt x="55954" y="13757"/>
                </a:lnTo>
                <a:lnTo>
                  <a:pt x="72435" y="0"/>
                </a:lnTo>
                <a:lnTo>
                  <a:pt x="695434" y="0"/>
                </a:lnTo>
                <a:lnTo>
                  <a:pt x="742966" y="44807"/>
                </a:lnTo>
                <a:lnTo>
                  <a:pt x="771126" y="78543"/>
                </a:lnTo>
                <a:lnTo>
                  <a:pt x="796193" y="114762"/>
                </a:lnTo>
                <a:lnTo>
                  <a:pt x="817963" y="153259"/>
                </a:lnTo>
                <a:lnTo>
                  <a:pt x="836231" y="193830"/>
                </a:lnTo>
                <a:lnTo>
                  <a:pt x="850795" y="236273"/>
                </a:lnTo>
                <a:lnTo>
                  <a:pt x="861450" y="280383"/>
                </a:lnTo>
                <a:lnTo>
                  <a:pt x="867992" y="325955"/>
                </a:lnTo>
                <a:lnTo>
                  <a:pt x="870218" y="372787"/>
                </a:lnTo>
                <a:lnTo>
                  <a:pt x="867992" y="419620"/>
                </a:lnTo>
                <a:lnTo>
                  <a:pt x="861450" y="465193"/>
                </a:lnTo>
                <a:lnTo>
                  <a:pt x="850795" y="509303"/>
                </a:lnTo>
                <a:lnTo>
                  <a:pt x="836231" y="551745"/>
                </a:lnTo>
                <a:lnTo>
                  <a:pt x="817963" y="592317"/>
                </a:lnTo>
                <a:lnTo>
                  <a:pt x="796193" y="630814"/>
                </a:lnTo>
                <a:lnTo>
                  <a:pt x="771126" y="667032"/>
                </a:lnTo>
                <a:lnTo>
                  <a:pt x="742966" y="700769"/>
                </a:lnTo>
                <a:lnTo>
                  <a:pt x="711915" y="731819"/>
                </a:lnTo>
                <a:lnTo>
                  <a:pt x="678179" y="759979"/>
                </a:lnTo>
                <a:lnTo>
                  <a:pt x="641961" y="785046"/>
                </a:lnTo>
                <a:lnTo>
                  <a:pt x="603464" y="806816"/>
                </a:lnTo>
                <a:lnTo>
                  <a:pt x="562892" y="825085"/>
                </a:lnTo>
                <a:lnTo>
                  <a:pt x="520449" y="839648"/>
                </a:lnTo>
                <a:lnTo>
                  <a:pt x="476340" y="850303"/>
                </a:lnTo>
                <a:lnTo>
                  <a:pt x="430767" y="856845"/>
                </a:lnTo>
                <a:lnTo>
                  <a:pt x="383935" y="859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16266" y="6338621"/>
            <a:ext cx="2921000" cy="862330"/>
            <a:chOff x="6016266" y="6338621"/>
            <a:chExt cx="2921000" cy="862330"/>
          </a:xfrm>
        </p:grpSpPr>
        <p:sp>
          <p:nvSpPr>
            <p:cNvPr id="10" name="object 10"/>
            <p:cNvSpPr/>
            <p:nvPr/>
          </p:nvSpPr>
          <p:spPr>
            <a:xfrm>
              <a:off x="6016266" y="6338621"/>
              <a:ext cx="2293620" cy="862330"/>
            </a:xfrm>
            <a:custGeom>
              <a:avLst/>
              <a:gdLst/>
              <a:ahLst/>
              <a:cxnLst/>
              <a:rect l="l" t="t" r="r" b="b"/>
              <a:pathLst>
                <a:path w="2293620" h="862329">
                  <a:moveTo>
                    <a:pt x="2173554" y="862278"/>
                  </a:moveTo>
                  <a:lnTo>
                    <a:pt x="120088" y="862278"/>
                  </a:lnTo>
                  <a:lnTo>
                    <a:pt x="102073" y="842988"/>
                  </a:lnTo>
                  <a:lnTo>
                    <a:pt x="58465" y="785157"/>
                  </a:lnTo>
                  <a:lnTo>
                    <a:pt x="26451" y="724571"/>
                  </a:lnTo>
                  <a:lnTo>
                    <a:pt x="6729" y="661594"/>
                  </a:lnTo>
                  <a:lnTo>
                    <a:pt x="0" y="596589"/>
                  </a:lnTo>
                  <a:lnTo>
                    <a:pt x="1696" y="563856"/>
                  </a:lnTo>
                  <a:lnTo>
                    <a:pt x="15009" y="499819"/>
                  </a:lnTo>
                  <a:lnTo>
                    <a:pt x="40965" y="437992"/>
                  </a:lnTo>
                  <a:lnTo>
                    <a:pt x="78864" y="378738"/>
                  </a:lnTo>
                  <a:lnTo>
                    <a:pt x="128006" y="322422"/>
                  </a:lnTo>
                  <a:lnTo>
                    <a:pt x="156574" y="295479"/>
                  </a:lnTo>
                  <a:lnTo>
                    <a:pt x="187691" y="269407"/>
                  </a:lnTo>
                  <a:lnTo>
                    <a:pt x="221269" y="244251"/>
                  </a:lnTo>
                  <a:lnTo>
                    <a:pt x="257221" y="220057"/>
                  </a:lnTo>
                  <a:lnTo>
                    <a:pt x="295459" y="196870"/>
                  </a:lnTo>
                  <a:lnTo>
                    <a:pt x="335896" y="174736"/>
                  </a:lnTo>
                  <a:lnTo>
                    <a:pt x="378444" y="153701"/>
                  </a:lnTo>
                  <a:lnTo>
                    <a:pt x="423015" y="133809"/>
                  </a:lnTo>
                  <a:lnTo>
                    <a:pt x="469523" y="115107"/>
                  </a:lnTo>
                  <a:lnTo>
                    <a:pt x="517880" y="97639"/>
                  </a:lnTo>
                  <a:lnTo>
                    <a:pt x="567998" y="81451"/>
                  </a:lnTo>
                  <a:lnTo>
                    <a:pt x="619790" y="66590"/>
                  </a:lnTo>
                  <a:lnTo>
                    <a:pt x="673169" y="53099"/>
                  </a:lnTo>
                  <a:lnTo>
                    <a:pt x="728047" y="41026"/>
                  </a:lnTo>
                  <a:lnTo>
                    <a:pt x="784337" y="30414"/>
                  </a:lnTo>
                  <a:lnTo>
                    <a:pt x="841950" y="21310"/>
                  </a:lnTo>
                  <a:lnTo>
                    <a:pt x="900801" y="13760"/>
                  </a:lnTo>
                  <a:lnTo>
                    <a:pt x="960801" y="7808"/>
                  </a:lnTo>
                  <a:lnTo>
                    <a:pt x="1021862" y="3500"/>
                  </a:lnTo>
                  <a:lnTo>
                    <a:pt x="1083898" y="882"/>
                  </a:lnTo>
                  <a:lnTo>
                    <a:pt x="1146821" y="0"/>
                  </a:lnTo>
                  <a:lnTo>
                    <a:pt x="1209744" y="882"/>
                  </a:lnTo>
                  <a:lnTo>
                    <a:pt x="1271780" y="3500"/>
                  </a:lnTo>
                  <a:lnTo>
                    <a:pt x="1332841" y="7808"/>
                  </a:lnTo>
                  <a:lnTo>
                    <a:pt x="1392841" y="13760"/>
                  </a:lnTo>
                  <a:lnTo>
                    <a:pt x="1451691" y="21310"/>
                  </a:lnTo>
                  <a:lnTo>
                    <a:pt x="1509305" y="30414"/>
                  </a:lnTo>
                  <a:lnTo>
                    <a:pt x="1565595" y="41026"/>
                  </a:lnTo>
                  <a:lnTo>
                    <a:pt x="1620473" y="53099"/>
                  </a:lnTo>
                  <a:lnTo>
                    <a:pt x="1673851" y="66590"/>
                  </a:lnTo>
                  <a:lnTo>
                    <a:pt x="1725644" y="81451"/>
                  </a:lnTo>
                  <a:lnTo>
                    <a:pt x="1775762" y="97639"/>
                  </a:lnTo>
                  <a:lnTo>
                    <a:pt x="1824119" y="115107"/>
                  </a:lnTo>
                  <a:lnTo>
                    <a:pt x="1870627" y="133809"/>
                  </a:lnTo>
                  <a:lnTo>
                    <a:pt x="1915198" y="153701"/>
                  </a:lnTo>
                  <a:lnTo>
                    <a:pt x="1957746" y="174736"/>
                  </a:lnTo>
                  <a:lnTo>
                    <a:pt x="1998182" y="196870"/>
                  </a:lnTo>
                  <a:lnTo>
                    <a:pt x="2036420" y="220057"/>
                  </a:lnTo>
                  <a:lnTo>
                    <a:pt x="2072372" y="244251"/>
                  </a:lnTo>
                  <a:lnTo>
                    <a:pt x="2105950" y="269407"/>
                  </a:lnTo>
                  <a:lnTo>
                    <a:pt x="2137067" y="295479"/>
                  </a:lnTo>
                  <a:lnTo>
                    <a:pt x="2165636" y="322422"/>
                  </a:lnTo>
                  <a:lnTo>
                    <a:pt x="2214778" y="378738"/>
                  </a:lnTo>
                  <a:lnTo>
                    <a:pt x="2252676" y="437992"/>
                  </a:lnTo>
                  <a:lnTo>
                    <a:pt x="2278632" y="499819"/>
                  </a:lnTo>
                  <a:lnTo>
                    <a:pt x="2291945" y="563856"/>
                  </a:lnTo>
                  <a:lnTo>
                    <a:pt x="2293139" y="586893"/>
                  </a:lnTo>
                  <a:lnTo>
                    <a:pt x="2293139" y="606285"/>
                  </a:lnTo>
                  <a:lnTo>
                    <a:pt x="2286913" y="661594"/>
                  </a:lnTo>
                  <a:lnTo>
                    <a:pt x="2267191" y="724571"/>
                  </a:lnTo>
                  <a:lnTo>
                    <a:pt x="2235176" y="785157"/>
                  </a:lnTo>
                  <a:lnTo>
                    <a:pt x="2191569" y="842988"/>
                  </a:lnTo>
                  <a:lnTo>
                    <a:pt x="2173554" y="8622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389092"/>
              <a:ext cx="657224" cy="657224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331054" y="170193"/>
            <a:ext cx="5723890" cy="590550"/>
          </a:xfrm>
          <a:custGeom>
            <a:avLst/>
            <a:gdLst/>
            <a:ahLst/>
            <a:cxnLst/>
            <a:rect l="l" t="t" r="r" b="b"/>
            <a:pathLst>
              <a:path w="5723890" h="590550">
                <a:moveTo>
                  <a:pt x="5428346" y="589957"/>
                </a:moveTo>
                <a:lnTo>
                  <a:pt x="294978" y="589957"/>
                </a:lnTo>
                <a:lnTo>
                  <a:pt x="248555" y="586283"/>
                </a:lnTo>
                <a:lnTo>
                  <a:pt x="203693" y="575477"/>
                </a:lnTo>
                <a:lnTo>
                  <a:pt x="161184" y="557870"/>
                </a:lnTo>
                <a:lnTo>
                  <a:pt x="121822" y="533788"/>
                </a:lnTo>
                <a:lnTo>
                  <a:pt x="86397" y="503560"/>
                </a:lnTo>
                <a:lnTo>
                  <a:pt x="56169" y="468135"/>
                </a:lnTo>
                <a:lnTo>
                  <a:pt x="32087" y="428772"/>
                </a:lnTo>
                <a:lnTo>
                  <a:pt x="14479" y="386264"/>
                </a:lnTo>
                <a:lnTo>
                  <a:pt x="3674" y="341402"/>
                </a:lnTo>
                <a:lnTo>
                  <a:pt x="0" y="294978"/>
                </a:lnTo>
                <a:lnTo>
                  <a:pt x="3674" y="248555"/>
                </a:lnTo>
                <a:lnTo>
                  <a:pt x="14479" y="203693"/>
                </a:lnTo>
                <a:lnTo>
                  <a:pt x="32087" y="161184"/>
                </a:lnTo>
                <a:lnTo>
                  <a:pt x="56169" y="121821"/>
                </a:lnTo>
                <a:lnTo>
                  <a:pt x="86397" y="86397"/>
                </a:lnTo>
                <a:lnTo>
                  <a:pt x="121822" y="56169"/>
                </a:lnTo>
                <a:lnTo>
                  <a:pt x="161184" y="32087"/>
                </a:lnTo>
                <a:lnTo>
                  <a:pt x="203693" y="14479"/>
                </a:lnTo>
                <a:lnTo>
                  <a:pt x="248555" y="3674"/>
                </a:lnTo>
                <a:lnTo>
                  <a:pt x="294978" y="0"/>
                </a:lnTo>
                <a:lnTo>
                  <a:pt x="5428345" y="0"/>
                </a:lnTo>
                <a:lnTo>
                  <a:pt x="5474769" y="3674"/>
                </a:lnTo>
                <a:lnTo>
                  <a:pt x="5519631" y="14479"/>
                </a:lnTo>
                <a:lnTo>
                  <a:pt x="5562139" y="32087"/>
                </a:lnTo>
                <a:lnTo>
                  <a:pt x="5601502" y="56169"/>
                </a:lnTo>
                <a:lnTo>
                  <a:pt x="5636926" y="86397"/>
                </a:lnTo>
                <a:lnTo>
                  <a:pt x="5667154" y="121821"/>
                </a:lnTo>
                <a:lnTo>
                  <a:pt x="5691236" y="161184"/>
                </a:lnTo>
                <a:lnTo>
                  <a:pt x="5708844" y="203693"/>
                </a:lnTo>
                <a:lnTo>
                  <a:pt x="5719649" y="248555"/>
                </a:lnTo>
                <a:lnTo>
                  <a:pt x="5723324" y="294978"/>
                </a:lnTo>
                <a:lnTo>
                  <a:pt x="5719649" y="341402"/>
                </a:lnTo>
                <a:lnTo>
                  <a:pt x="5708844" y="386264"/>
                </a:lnTo>
                <a:lnTo>
                  <a:pt x="5691236" y="428772"/>
                </a:lnTo>
                <a:lnTo>
                  <a:pt x="5667154" y="468135"/>
                </a:lnTo>
                <a:lnTo>
                  <a:pt x="5636926" y="503560"/>
                </a:lnTo>
                <a:lnTo>
                  <a:pt x="5601502" y="533788"/>
                </a:lnTo>
                <a:lnTo>
                  <a:pt x="5562139" y="557870"/>
                </a:lnTo>
                <a:lnTo>
                  <a:pt x="5519631" y="575477"/>
                </a:lnTo>
                <a:lnTo>
                  <a:pt x="5474769" y="586283"/>
                </a:lnTo>
                <a:lnTo>
                  <a:pt x="5428346" y="589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65696" y="285128"/>
            <a:ext cx="65405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u="sng" spc="-2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NOT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1968" y="960176"/>
            <a:ext cx="6628765" cy="1079500"/>
          </a:xfrm>
          <a:custGeom>
            <a:avLst/>
            <a:gdLst/>
            <a:ahLst/>
            <a:cxnLst/>
            <a:rect l="l" t="t" r="r" b="b"/>
            <a:pathLst>
              <a:path w="6628765" h="1079500">
                <a:moveTo>
                  <a:pt x="6295163" y="1079419"/>
                </a:moveTo>
                <a:lnTo>
                  <a:pt x="333374" y="1079419"/>
                </a:lnTo>
                <a:lnTo>
                  <a:pt x="284111" y="1075804"/>
                </a:lnTo>
                <a:lnTo>
                  <a:pt x="237091" y="1065304"/>
                </a:lnTo>
                <a:lnTo>
                  <a:pt x="192832" y="1048434"/>
                </a:lnTo>
                <a:lnTo>
                  <a:pt x="151848" y="1025710"/>
                </a:lnTo>
                <a:lnTo>
                  <a:pt x="114656" y="997647"/>
                </a:lnTo>
                <a:lnTo>
                  <a:pt x="81771" y="964762"/>
                </a:lnTo>
                <a:lnTo>
                  <a:pt x="53708" y="927570"/>
                </a:lnTo>
                <a:lnTo>
                  <a:pt x="30984" y="886586"/>
                </a:lnTo>
                <a:lnTo>
                  <a:pt x="14114" y="842327"/>
                </a:lnTo>
                <a:lnTo>
                  <a:pt x="3614" y="795307"/>
                </a:lnTo>
                <a:lnTo>
                  <a:pt x="0" y="746044"/>
                </a:lnTo>
                <a:lnTo>
                  <a:pt x="0" y="333375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6295163" y="0"/>
                </a:lnTo>
                <a:lnTo>
                  <a:pt x="6344426" y="3614"/>
                </a:lnTo>
                <a:lnTo>
                  <a:pt x="6391446" y="14114"/>
                </a:lnTo>
                <a:lnTo>
                  <a:pt x="6435705" y="30984"/>
                </a:lnTo>
                <a:lnTo>
                  <a:pt x="6476689" y="53708"/>
                </a:lnTo>
                <a:lnTo>
                  <a:pt x="6513881" y="81771"/>
                </a:lnTo>
                <a:lnTo>
                  <a:pt x="6546766" y="114656"/>
                </a:lnTo>
                <a:lnTo>
                  <a:pt x="6574829" y="151848"/>
                </a:lnTo>
                <a:lnTo>
                  <a:pt x="6597553" y="192832"/>
                </a:lnTo>
                <a:lnTo>
                  <a:pt x="6614423" y="237091"/>
                </a:lnTo>
                <a:lnTo>
                  <a:pt x="6624923" y="284111"/>
                </a:lnTo>
                <a:lnTo>
                  <a:pt x="6628307" y="330231"/>
                </a:lnTo>
                <a:lnTo>
                  <a:pt x="6628307" y="749187"/>
                </a:lnTo>
                <a:lnTo>
                  <a:pt x="6624923" y="795307"/>
                </a:lnTo>
                <a:lnTo>
                  <a:pt x="6614423" y="842327"/>
                </a:lnTo>
                <a:lnTo>
                  <a:pt x="6597553" y="886586"/>
                </a:lnTo>
                <a:lnTo>
                  <a:pt x="6574829" y="927570"/>
                </a:lnTo>
                <a:lnTo>
                  <a:pt x="6546766" y="964762"/>
                </a:lnTo>
                <a:lnTo>
                  <a:pt x="6513881" y="997647"/>
                </a:lnTo>
                <a:lnTo>
                  <a:pt x="6476689" y="1025710"/>
                </a:lnTo>
                <a:lnTo>
                  <a:pt x="6435705" y="1048434"/>
                </a:lnTo>
                <a:lnTo>
                  <a:pt x="6391446" y="1065304"/>
                </a:lnTo>
                <a:lnTo>
                  <a:pt x="6344426" y="1075804"/>
                </a:lnTo>
                <a:lnTo>
                  <a:pt x="6295163" y="107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7029" y="2181685"/>
            <a:ext cx="2381250" cy="521970"/>
          </a:xfrm>
          <a:custGeom>
            <a:avLst/>
            <a:gdLst/>
            <a:ahLst/>
            <a:cxnLst/>
            <a:rect l="l" t="t" r="r" b="b"/>
            <a:pathLst>
              <a:path w="2381250" h="521969">
                <a:moveTo>
                  <a:pt x="2120087" y="521936"/>
                </a:moveTo>
                <a:lnTo>
                  <a:pt x="260968" y="521936"/>
                </a:lnTo>
                <a:lnTo>
                  <a:pt x="209818" y="516875"/>
                </a:lnTo>
                <a:lnTo>
                  <a:pt x="161100" y="502071"/>
                </a:lnTo>
                <a:lnTo>
                  <a:pt x="116182" y="478091"/>
                </a:lnTo>
                <a:lnTo>
                  <a:pt x="76435" y="445500"/>
                </a:lnTo>
                <a:lnTo>
                  <a:pt x="43845" y="405753"/>
                </a:lnTo>
                <a:lnTo>
                  <a:pt x="19865" y="360836"/>
                </a:lnTo>
                <a:lnTo>
                  <a:pt x="5060" y="312118"/>
                </a:lnTo>
                <a:lnTo>
                  <a:pt x="0" y="260968"/>
                </a:lnTo>
                <a:lnTo>
                  <a:pt x="5060" y="209818"/>
                </a:lnTo>
                <a:lnTo>
                  <a:pt x="19865" y="161100"/>
                </a:lnTo>
                <a:lnTo>
                  <a:pt x="43845" y="116182"/>
                </a:lnTo>
                <a:lnTo>
                  <a:pt x="76435" y="76435"/>
                </a:lnTo>
                <a:lnTo>
                  <a:pt x="116182" y="43845"/>
                </a:lnTo>
                <a:lnTo>
                  <a:pt x="161100" y="19865"/>
                </a:lnTo>
                <a:lnTo>
                  <a:pt x="209818" y="5060"/>
                </a:lnTo>
                <a:lnTo>
                  <a:pt x="260968" y="0"/>
                </a:lnTo>
                <a:lnTo>
                  <a:pt x="2120087" y="0"/>
                </a:lnTo>
                <a:lnTo>
                  <a:pt x="2171237" y="5060"/>
                </a:lnTo>
                <a:lnTo>
                  <a:pt x="2219955" y="19865"/>
                </a:lnTo>
                <a:lnTo>
                  <a:pt x="2264872" y="43845"/>
                </a:lnTo>
                <a:lnTo>
                  <a:pt x="2304619" y="76435"/>
                </a:lnTo>
                <a:lnTo>
                  <a:pt x="2337209" y="116182"/>
                </a:lnTo>
                <a:lnTo>
                  <a:pt x="2361190" y="161100"/>
                </a:lnTo>
                <a:lnTo>
                  <a:pt x="2375994" y="209818"/>
                </a:lnTo>
                <a:lnTo>
                  <a:pt x="2381055" y="260968"/>
                </a:lnTo>
                <a:lnTo>
                  <a:pt x="2375994" y="312118"/>
                </a:lnTo>
                <a:lnTo>
                  <a:pt x="2361190" y="360836"/>
                </a:lnTo>
                <a:lnTo>
                  <a:pt x="2337209" y="405753"/>
                </a:lnTo>
                <a:lnTo>
                  <a:pt x="2304619" y="445500"/>
                </a:lnTo>
                <a:lnTo>
                  <a:pt x="2264872" y="478091"/>
                </a:lnTo>
                <a:lnTo>
                  <a:pt x="2219955" y="502071"/>
                </a:lnTo>
                <a:lnTo>
                  <a:pt x="2171237" y="516875"/>
                </a:lnTo>
                <a:lnTo>
                  <a:pt x="2120087" y="52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1260" y="5086777"/>
            <a:ext cx="6906895" cy="335915"/>
          </a:xfrm>
          <a:custGeom>
            <a:avLst/>
            <a:gdLst/>
            <a:ahLst/>
            <a:cxnLst/>
            <a:rect l="l" t="t" r="r" b="b"/>
            <a:pathLst>
              <a:path w="6906895" h="335914">
                <a:moveTo>
                  <a:pt x="6738908" y="335915"/>
                </a:moveTo>
                <a:lnTo>
                  <a:pt x="167957" y="335915"/>
                </a:lnTo>
                <a:lnTo>
                  <a:pt x="135037" y="332658"/>
                </a:lnTo>
                <a:lnTo>
                  <a:pt x="74774" y="307696"/>
                </a:lnTo>
                <a:lnTo>
                  <a:pt x="28218" y="261140"/>
                </a:lnTo>
                <a:lnTo>
                  <a:pt x="3257" y="200877"/>
                </a:lnTo>
                <a:lnTo>
                  <a:pt x="0" y="167957"/>
                </a:lnTo>
                <a:lnTo>
                  <a:pt x="3257" y="135037"/>
                </a:lnTo>
                <a:lnTo>
                  <a:pt x="28218" y="74774"/>
                </a:lnTo>
                <a:lnTo>
                  <a:pt x="74774" y="28218"/>
                </a:lnTo>
                <a:lnTo>
                  <a:pt x="135037" y="3257"/>
                </a:lnTo>
                <a:lnTo>
                  <a:pt x="167957" y="0"/>
                </a:lnTo>
                <a:lnTo>
                  <a:pt x="6738908" y="0"/>
                </a:lnTo>
                <a:lnTo>
                  <a:pt x="6803183" y="12785"/>
                </a:lnTo>
                <a:lnTo>
                  <a:pt x="6857672" y="49193"/>
                </a:lnTo>
                <a:lnTo>
                  <a:pt x="6894080" y="103683"/>
                </a:lnTo>
                <a:lnTo>
                  <a:pt x="6906865" y="167957"/>
                </a:lnTo>
                <a:lnTo>
                  <a:pt x="6903608" y="200877"/>
                </a:lnTo>
                <a:lnTo>
                  <a:pt x="6878647" y="261140"/>
                </a:lnTo>
                <a:lnTo>
                  <a:pt x="6832091" y="307696"/>
                </a:lnTo>
                <a:lnTo>
                  <a:pt x="6771828" y="332658"/>
                </a:lnTo>
                <a:lnTo>
                  <a:pt x="6738908" y="3359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6682" y="5126210"/>
            <a:ext cx="68249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omic Sans MS"/>
                <a:cs typeface="Comic Sans MS"/>
              </a:rPr>
              <a:t>How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many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orders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in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the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Orders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table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have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profit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that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is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not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equal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to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zero?</a:t>
            </a:r>
            <a:endParaRPr sz="1400">
              <a:latin typeface="Comic Sans MS"/>
              <a:cs typeface="Comic Sans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760" y="5587625"/>
            <a:ext cx="5943599" cy="28574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176501" y="2836971"/>
            <a:ext cx="6357620" cy="567690"/>
          </a:xfrm>
          <a:custGeom>
            <a:avLst/>
            <a:gdLst/>
            <a:ahLst/>
            <a:cxnLst/>
            <a:rect l="l" t="t" r="r" b="b"/>
            <a:pathLst>
              <a:path w="6357620" h="567689">
                <a:moveTo>
                  <a:pt x="6073716" y="567542"/>
                </a:moveTo>
                <a:lnTo>
                  <a:pt x="283770" y="567542"/>
                </a:lnTo>
                <a:lnTo>
                  <a:pt x="237742" y="563828"/>
                </a:lnTo>
                <a:lnTo>
                  <a:pt x="194077" y="553076"/>
                </a:lnTo>
                <a:lnTo>
                  <a:pt x="153362" y="535868"/>
                </a:lnTo>
                <a:lnTo>
                  <a:pt x="116179" y="512791"/>
                </a:lnTo>
                <a:lnTo>
                  <a:pt x="83114" y="484428"/>
                </a:lnTo>
                <a:lnTo>
                  <a:pt x="54751" y="451363"/>
                </a:lnTo>
                <a:lnTo>
                  <a:pt x="31674" y="414180"/>
                </a:lnTo>
                <a:lnTo>
                  <a:pt x="14466" y="373465"/>
                </a:lnTo>
                <a:lnTo>
                  <a:pt x="3714" y="329800"/>
                </a:lnTo>
                <a:lnTo>
                  <a:pt x="0" y="283771"/>
                </a:lnTo>
                <a:lnTo>
                  <a:pt x="3714" y="237742"/>
                </a:lnTo>
                <a:lnTo>
                  <a:pt x="14466" y="194077"/>
                </a:lnTo>
                <a:lnTo>
                  <a:pt x="31674" y="153362"/>
                </a:lnTo>
                <a:lnTo>
                  <a:pt x="54751" y="116179"/>
                </a:lnTo>
                <a:lnTo>
                  <a:pt x="83114" y="83114"/>
                </a:lnTo>
                <a:lnTo>
                  <a:pt x="116179" y="54751"/>
                </a:lnTo>
                <a:lnTo>
                  <a:pt x="153362" y="31674"/>
                </a:lnTo>
                <a:lnTo>
                  <a:pt x="194077" y="14466"/>
                </a:lnTo>
                <a:lnTo>
                  <a:pt x="237742" y="3714"/>
                </a:lnTo>
                <a:lnTo>
                  <a:pt x="283771" y="0"/>
                </a:lnTo>
                <a:lnTo>
                  <a:pt x="6073715" y="0"/>
                </a:lnTo>
                <a:lnTo>
                  <a:pt x="6119744" y="3714"/>
                </a:lnTo>
                <a:lnTo>
                  <a:pt x="6163409" y="14466"/>
                </a:lnTo>
                <a:lnTo>
                  <a:pt x="6204125" y="31674"/>
                </a:lnTo>
                <a:lnTo>
                  <a:pt x="6241307" y="54751"/>
                </a:lnTo>
                <a:lnTo>
                  <a:pt x="6274372" y="83114"/>
                </a:lnTo>
                <a:lnTo>
                  <a:pt x="6302736" y="116179"/>
                </a:lnTo>
                <a:lnTo>
                  <a:pt x="6325813" y="153362"/>
                </a:lnTo>
                <a:lnTo>
                  <a:pt x="6343020" y="194077"/>
                </a:lnTo>
                <a:lnTo>
                  <a:pt x="6353773" y="237742"/>
                </a:lnTo>
                <a:lnTo>
                  <a:pt x="6357487" y="283771"/>
                </a:lnTo>
                <a:lnTo>
                  <a:pt x="6353773" y="329800"/>
                </a:lnTo>
                <a:lnTo>
                  <a:pt x="6343020" y="373465"/>
                </a:lnTo>
                <a:lnTo>
                  <a:pt x="6325813" y="414180"/>
                </a:lnTo>
                <a:lnTo>
                  <a:pt x="6302736" y="451363"/>
                </a:lnTo>
                <a:lnTo>
                  <a:pt x="6274372" y="484428"/>
                </a:lnTo>
                <a:lnTo>
                  <a:pt x="6241307" y="512791"/>
                </a:lnTo>
                <a:lnTo>
                  <a:pt x="6204125" y="535868"/>
                </a:lnTo>
                <a:lnTo>
                  <a:pt x="6163409" y="553076"/>
                </a:lnTo>
                <a:lnTo>
                  <a:pt x="6119744" y="563828"/>
                </a:lnTo>
                <a:lnTo>
                  <a:pt x="6073716" y="567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3953" y="3600000"/>
            <a:ext cx="4838699" cy="4286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91315" y="934687"/>
            <a:ext cx="608393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2400"/>
              </a:lnSpc>
              <a:spcBef>
                <a:spcPts val="100"/>
              </a:spcBef>
            </a:pP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NOT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function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DAX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negates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logical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value.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It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returns </a:t>
            </a:r>
            <a:r>
              <a:rPr sz="1700" dirty="0">
                <a:latin typeface="Comic Sans MS"/>
                <a:cs typeface="Comic Sans MS"/>
              </a:rPr>
              <a:t>TRUE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if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logical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value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is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FALSE,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it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returns</a:t>
            </a:r>
            <a:r>
              <a:rPr sz="1700" spc="-3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FALSE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if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logical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value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is</a:t>
            </a:r>
            <a:r>
              <a:rPr sz="1700" spc="-40" dirty="0">
                <a:latin typeface="Comic Sans MS"/>
                <a:cs typeface="Comic Sans MS"/>
              </a:rPr>
              <a:t> </a:t>
            </a:r>
            <a:r>
              <a:rPr sz="1700" spc="-20" dirty="0">
                <a:latin typeface="Comic Sans MS"/>
                <a:cs typeface="Comic Sans MS"/>
              </a:rPr>
              <a:t>TRUE.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458" y="2364187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mic Sans MS"/>
                <a:cs typeface="Comic Sans MS"/>
              </a:rPr>
              <a:t>Syntax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4569" y="2279172"/>
            <a:ext cx="17659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omic Sans MS"/>
                <a:cs typeface="Comic Sans MS"/>
              </a:rPr>
              <a:t>NOT(&lt;logical&gt;)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07" y="2820557"/>
            <a:ext cx="1158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Example</a:t>
            </a:r>
            <a:r>
              <a:rPr sz="1800" b="1" spc="-80" dirty="0">
                <a:latin typeface="Comic Sans MS"/>
                <a:cs typeface="Comic Sans MS"/>
              </a:rPr>
              <a:t> </a:t>
            </a:r>
            <a:r>
              <a:rPr sz="1800" b="1" spc="-50" dirty="0">
                <a:latin typeface="Comic Sans MS"/>
                <a:cs typeface="Comic Sans MS"/>
              </a:rPr>
              <a:t>1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1380" y="2851564"/>
            <a:ext cx="588772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175">
              <a:lnSpc>
                <a:spcPct val="116100"/>
              </a:lnSpc>
              <a:spcBef>
                <a:spcPts val="100"/>
              </a:spcBef>
            </a:pPr>
            <a:r>
              <a:rPr sz="1400" b="1" dirty="0">
                <a:latin typeface="Comic Sans MS"/>
                <a:cs typeface="Comic Sans MS"/>
              </a:rPr>
              <a:t>Suppose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we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want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to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filter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orders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in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the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Orders</a:t>
            </a:r>
            <a:r>
              <a:rPr sz="1400" b="1" spc="-4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table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where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spc="-25" dirty="0">
                <a:latin typeface="Comic Sans MS"/>
                <a:cs typeface="Comic Sans MS"/>
              </a:rPr>
              <a:t>the </a:t>
            </a:r>
            <a:r>
              <a:rPr sz="1400" b="1" dirty="0">
                <a:latin typeface="Comic Sans MS"/>
                <a:cs typeface="Comic Sans MS"/>
              </a:rPr>
              <a:t>Profit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is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not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equal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to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zero.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We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can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use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the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NOT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function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for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this: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8522" y="3593201"/>
            <a:ext cx="166179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latin typeface="Comic Sans MS"/>
                <a:cs typeface="Comic Sans MS"/>
              </a:rPr>
              <a:t>by</a:t>
            </a:r>
            <a:r>
              <a:rPr sz="1400" b="1" spc="1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creating</a:t>
            </a:r>
            <a:r>
              <a:rPr sz="1400" b="1" spc="20" dirty="0">
                <a:latin typeface="Comic Sans MS"/>
                <a:cs typeface="Comic Sans MS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column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507" y="4801757"/>
            <a:ext cx="1158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Example</a:t>
            </a:r>
            <a:r>
              <a:rPr sz="1800" b="1" spc="-80" dirty="0">
                <a:latin typeface="Comic Sans MS"/>
                <a:cs typeface="Comic Sans MS"/>
              </a:rPr>
              <a:t> </a:t>
            </a:r>
            <a:r>
              <a:rPr sz="1800" b="1" spc="-50" dirty="0">
                <a:latin typeface="Comic Sans MS"/>
                <a:cs typeface="Comic Sans MS"/>
              </a:rPr>
              <a:t>2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24158" y="4077577"/>
            <a:ext cx="603123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latin typeface="Comic Sans MS"/>
                <a:cs typeface="Comic Sans MS"/>
              </a:rPr>
              <a:t>This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DAX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formula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checks if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column in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each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row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of the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table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 </a:t>
            </a:r>
            <a:r>
              <a:rPr sz="1200" spc="-25" dirty="0">
                <a:latin typeface="Comic Sans MS"/>
                <a:cs typeface="Comic Sans MS"/>
              </a:rPr>
              <a:t>not </a:t>
            </a:r>
            <a:r>
              <a:rPr sz="1200" dirty="0">
                <a:latin typeface="Comic Sans MS"/>
                <a:cs typeface="Comic Sans MS"/>
              </a:rPr>
              <a:t>equal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to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zero.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not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zero,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condition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TRUE,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but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because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we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spc="-25" dirty="0">
                <a:latin typeface="Comic Sans MS"/>
                <a:cs typeface="Comic Sans MS"/>
              </a:rPr>
              <a:t>use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NOT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function,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returns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FALSE.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zero,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condition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0" dirty="0">
                <a:latin typeface="Comic Sans MS"/>
                <a:cs typeface="Comic Sans MS"/>
              </a:rPr>
              <a:t> FALSE, </a:t>
            </a:r>
            <a:r>
              <a:rPr sz="1200" dirty="0">
                <a:latin typeface="Comic Sans MS"/>
                <a:cs typeface="Comic Sans MS"/>
              </a:rPr>
              <a:t>and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NOT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returns</a:t>
            </a:r>
            <a:r>
              <a:rPr sz="1200" spc="-10" dirty="0">
                <a:latin typeface="Comic Sans MS"/>
                <a:cs typeface="Comic Sans MS"/>
              </a:rPr>
              <a:t> TRUE.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9918" y="5987296"/>
            <a:ext cx="7616825" cy="1092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2186305" algn="ctr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latin typeface="Comic Sans MS"/>
                <a:cs typeface="Comic Sans MS"/>
              </a:rPr>
              <a:t>This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DAX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formula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calculates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number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in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</a:t>
            </a:r>
            <a:r>
              <a:rPr sz="1200" spc="-10" dirty="0">
                <a:latin typeface="Comic Sans MS"/>
                <a:cs typeface="Comic Sans MS"/>
              </a:rPr>
              <a:t> table </a:t>
            </a:r>
            <a:r>
              <a:rPr sz="1200" dirty="0">
                <a:latin typeface="Comic Sans MS"/>
                <a:cs typeface="Comic Sans MS"/>
              </a:rPr>
              <a:t>where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not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equal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to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zero.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achieves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this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by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using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spc="-25" dirty="0">
                <a:latin typeface="Comic Sans MS"/>
                <a:cs typeface="Comic Sans MS"/>
              </a:rPr>
              <a:t>the </a:t>
            </a:r>
            <a:r>
              <a:rPr sz="1200" dirty="0">
                <a:latin typeface="Comic Sans MS"/>
                <a:cs typeface="Comic Sans MS"/>
              </a:rPr>
              <a:t>CALCULATE</a:t>
            </a:r>
            <a:r>
              <a:rPr sz="1200" spc="-2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function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to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count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number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of</a:t>
            </a:r>
            <a:r>
              <a:rPr sz="1200" spc="-2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IDs,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while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applying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spc="-25" dirty="0">
                <a:latin typeface="Comic Sans MS"/>
                <a:cs typeface="Comic Sans MS"/>
              </a:rPr>
              <a:t>the</a:t>
            </a:r>
            <a:endParaRPr sz="1200" dirty="0">
              <a:latin typeface="Comic Sans MS"/>
              <a:cs typeface="Comic Sans MS"/>
            </a:endParaRPr>
          </a:p>
          <a:p>
            <a:pPr marL="63500">
              <a:lnSpc>
                <a:spcPts val="1760"/>
              </a:lnSpc>
            </a:pPr>
            <a:r>
              <a:rPr sz="1200" dirty="0">
                <a:latin typeface="Comic Sans MS"/>
                <a:cs typeface="Comic Sans MS"/>
              </a:rPr>
              <a:t>filter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condition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"NOT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Orders[Profit]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=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0",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which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excludes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with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</a:t>
            </a:r>
            <a:r>
              <a:rPr lang="en-US" sz="1200" dirty="0">
                <a:latin typeface="Comic Sans MS"/>
                <a:cs typeface="Comic Sans MS"/>
              </a:rPr>
              <a:t> profit</a:t>
            </a:r>
          </a:p>
          <a:p>
            <a:pPr marL="63500">
              <a:lnSpc>
                <a:spcPts val="1760"/>
              </a:lnSpc>
            </a:pPr>
            <a:endParaRPr lang="en-IN" sz="1200" dirty="0">
              <a:latin typeface="Comic Sans MS"/>
              <a:cs typeface="Comic Sans MS"/>
            </a:endParaRP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249948CD-CAFD-5778-3FA6-3572B154703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496499" y="6851105"/>
            <a:ext cx="2075244" cy="489438"/>
          </a:xfrm>
        </p:spPr>
        <p:txBody>
          <a:bodyPr/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 dirty="0"/>
              <a:t>Siddhika Shah</a:t>
            </a:r>
            <a:endParaRPr lang="en-IN"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2404" y="2614520"/>
            <a:ext cx="1848720" cy="26288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784667" y="1048736"/>
            <a:ext cx="1193800" cy="1132840"/>
          </a:xfrm>
          <a:custGeom>
            <a:avLst/>
            <a:gdLst/>
            <a:ahLst/>
            <a:cxnLst/>
            <a:rect l="l" t="t" r="r" b="b"/>
            <a:pathLst>
              <a:path w="1193800" h="1132839">
                <a:moveTo>
                  <a:pt x="249983" y="1132834"/>
                </a:moveTo>
                <a:lnTo>
                  <a:pt x="266472" y="804911"/>
                </a:lnTo>
                <a:lnTo>
                  <a:pt x="222883" y="779260"/>
                </a:lnTo>
                <a:lnTo>
                  <a:pt x="182366" y="749805"/>
                </a:lnTo>
                <a:lnTo>
                  <a:pt x="145187" y="717076"/>
                </a:lnTo>
                <a:lnTo>
                  <a:pt x="111615" y="681602"/>
                </a:lnTo>
                <a:lnTo>
                  <a:pt x="81916" y="643915"/>
                </a:lnTo>
                <a:lnTo>
                  <a:pt x="56356" y="604543"/>
                </a:lnTo>
                <a:lnTo>
                  <a:pt x="35203" y="564018"/>
                </a:lnTo>
                <a:lnTo>
                  <a:pt x="18725" y="522870"/>
                </a:lnTo>
                <a:lnTo>
                  <a:pt x="7186" y="481629"/>
                </a:lnTo>
                <a:lnTo>
                  <a:pt x="856" y="440824"/>
                </a:lnTo>
                <a:lnTo>
                  <a:pt x="0" y="400986"/>
                </a:lnTo>
                <a:lnTo>
                  <a:pt x="4537" y="362064"/>
                </a:lnTo>
                <a:lnTo>
                  <a:pt x="14050" y="323489"/>
                </a:lnTo>
                <a:lnTo>
                  <a:pt x="28272" y="285583"/>
                </a:lnTo>
                <a:lnTo>
                  <a:pt x="46934" y="248668"/>
                </a:lnTo>
                <a:lnTo>
                  <a:pt x="69771" y="213067"/>
                </a:lnTo>
                <a:lnTo>
                  <a:pt x="96514" y="179099"/>
                </a:lnTo>
                <a:lnTo>
                  <a:pt x="126895" y="147087"/>
                </a:lnTo>
                <a:lnTo>
                  <a:pt x="160649" y="117353"/>
                </a:lnTo>
                <a:lnTo>
                  <a:pt x="197507" y="90218"/>
                </a:lnTo>
                <a:lnTo>
                  <a:pt x="237203" y="66004"/>
                </a:lnTo>
                <a:lnTo>
                  <a:pt x="279468" y="45032"/>
                </a:lnTo>
                <a:lnTo>
                  <a:pt x="324036" y="27624"/>
                </a:lnTo>
                <a:lnTo>
                  <a:pt x="370639" y="14101"/>
                </a:lnTo>
                <a:lnTo>
                  <a:pt x="419009" y="4786"/>
                </a:lnTo>
                <a:lnTo>
                  <a:pt x="468881" y="0"/>
                </a:lnTo>
                <a:lnTo>
                  <a:pt x="519985" y="63"/>
                </a:lnTo>
                <a:lnTo>
                  <a:pt x="720833" y="10163"/>
                </a:lnTo>
                <a:lnTo>
                  <a:pt x="770966" y="15190"/>
                </a:lnTo>
                <a:lnTo>
                  <a:pt x="819477" y="24924"/>
                </a:lnTo>
                <a:lnTo>
                  <a:pt x="866125" y="39017"/>
                </a:lnTo>
                <a:lnTo>
                  <a:pt x="910671" y="57123"/>
                </a:lnTo>
                <a:lnTo>
                  <a:pt x="952874" y="78894"/>
                </a:lnTo>
                <a:lnTo>
                  <a:pt x="992494" y="103984"/>
                </a:lnTo>
                <a:lnTo>
                  <a:pt x="1029293" y="132045"/>
                </a:lnTo>
                <a:lnTo>
                  <a:pt x="1063030" y="162730"/>
                </a:lnTo>
                <a:lnTo>
                  <a:pt x="1093464" y="195691"/>
                </a:lnTo>
                <a:lnTo>
                  <a:pt x="1120357" y="230583"/>
                </a:lnTo>
                <a:lnTo>
                  <a:pt x="1143469" y="267058"/>
                </a:lnTo>
                <a:lnTo>
                  <a:pt x="1162559" y="304768"/>
                </a:lnTo>
                <a:lnTo>
                  <a:pt x="1177387" y="343367"/>
                </a:lnTo>
                <a:lnTo>
                  <a:pt x="1187715" y="382507"/>
                </a:lnTo>
                <a:lnTo>
                  <a:pt x="1193302" y="421841"/>
                </a:lnTo>
                <a:lnTo>
                  <a:pt x="1193597" y="440899"/>
                </a:lnTo>
                <a:lnTo>
                  <a:pt x="1191536" y="481884"/>
                </a:lnTo>
                <a:lnTo>
                  <a:pt x="1179699" y="541802"/>
                </a:lnTo>
                <a:lnTo>
                  <a:pt x="1165428" y="581037"/>
                </a:lnTo>
                <a:lnTo>
                  <a:pt x="1146744" y="619091"/>
                </a:lnTo>
                <a:lnTo>
                  <a:pt x="1123919" y="655660"/>
                </a:lnTo>
                <a:lnTo>
                  <a:pt x="1097224" y="690436"/>
                </a:lnTo>
                <a:lnTo>
                  <a:pt x="1066934" y="723112"/>
                </a:lnTo>
                <a:lnTo>
                  <a:pt x="1033321" y="753381"/>
                </a:lnTo>
                <a:lnTo>
                  <a:pt x="996657" y="780937"/>
                </a:lnTo>
                <a:lnTo>
                  <a:pt x="957214" y="805473"/>
                </a:lnTo>
                <a:lnTo>
                  <a:pt x="915267" y="826683"/>
                </a:lnTo>
                <a:lnTo>
                  <a:pt x="871086" y="844259"/>
                </a:lnTo>
                <a:lnTo>
                  <a:pt x="824945" y="857895"/>
                </a:lnTo>
                <a:lnTo>
                  <a:pt x="777117" y="867284"/>
                </a:lnTo>
                <a:lnTo>
                  <a:pt x="766403" y="868336"/>
                </a:lnTo>
                <a:lnTo>
                  <a:pt x="602757" y="868336"/>
                </a:lnTo>
                <a:lnTo>
                  <a:pt x="249983" y="1132834"/>
                </a:lnTo>
                <a:close/>
              </a:path>
              <a:path w="1193800" h="1132839">
                <a:moveTo>
                  <a:pt x="677489" y="872094"/>
                </a:moveTo>
                <a:lnTo>
                  <a:pt x="602757" y="868336"/>
                </a:lnTo>
                <a:lnTo>
                  <a:pt x="766403" y="868336"/>
                </a:lnTo>
                <a:lnTo>
                  <a:pt x="727874" y="872119"/>
                </a:lnTo>
                <a:lnTo>
                  <a:pt x="677489" y="8720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120000">
            <a:off x="7964592" y="1299607"/>
            <a:ext cx="844359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5"/>
              </a:lnSpc>
            </a:pPr>
            <a:r>
              <a:rPr sz="2025" b="1" baseline="4115" dirty="0">
                <a:latin typeface="Comic Sans MS"/>
                <a:cs typeface="Comic Sans MS"/>
              </a:rPr>
              <a:t>T</a:t>
            </a:r>
            <a:r>
              <a:rPr sz="2025" b="1" baseline="2057" dirty="0">
                <a:latin typeface="Comic Sans MS"/>
                <a:cs typeface="Comic Sans MS"/>
              </a:rPr>
              <a:t>ry</a:t>
            </a:r>
            <a:r>
              <a:rPr sz="2025" b="1" spc="-179" baseline="2057" dirty="0">
                <a:latin typeface="Comic Sans MS"/>
                <a:cs typeface="Comic Sans MS"/>
              </a:rPr>
              <a:t> </a:t>
            </a:r>
            <a:r>
              <a:rPr sz="2025" b="1" spc="-15" baseline="2057" dirty="0">
                <a:latin typeface="Comic Sans MS"/>
                <a:cs typeface="Comic Sans MS"/>
              </a:rPr>
              <a:t>th</a:t>
            </a:r>
            <a:r>
              <a:rPr sz="1350" b="1" spc="-10" dirty="0">
                <a:latin typeface="Comic Sans MS"/>
                <a:cs typeface="Comic Sans MS"/>
              </a:rPr>
              <a:t>ese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 rot="120000">
            <a:off x="7991316" y="1537128"/>
            <a:ext cx="766807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5"/>
              </a:lnSpc>
            </a:pPr>
            <a:r>
              <a:rPr sz="2025" b="1" spc="-15" baseline="4115" dirty="0">
                <a:latin typeface="Comic Sans MS"/>
                <a:cs typeface="Comic Sans MS"/>
              </a:rPr>
              <a:t>f</a:t>
            </a:r>
            <a:r>
              <a:rPr sz="2025" b="1" spc="-15" baseline="2057" dirty="0">
                <a:latin typeface="Comic Sans MS"/>
                <a:cs typeface="Comic Sans MS"/>
              </a:rPr>
              <a:t>ucnti</a:t>
            </a:r>
            <a:r>
              <a:rPr sz="1350" b="1" spc="-10" dirty="0">
                <a:latin typeface="Comic Sans MS"/>
                <a:cs typeface="Comic Sans MS"/>
              </a:rPr>
              <a:t>ons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300026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900799" y="900872"/>
                </a:moveTo>
                <a:lnTo>
                  <a:pt x="0" y="900872"/>
                </a:lnTo>
                <a:lnTo>
                  <a:pt x="0" y="0"/>
                </a:lnTo>
                <a:lnTo>
                  <a:pt x="68469" y="12601"/>
                </a:lnTo>
                <a:lnTo>
                  <a:pt x="113443" y="23591"/>
                </a:lnTo>
                <a:lnTo>
                  <a:pt x="157659" y="36437"/>
                </a:lnTo>
                <a:lnTo>
                  <a:pt x="201072" y="51095"/>
                </a:lnTo>
                <a:lnTo>
                  <a:pt x="243640" y="67520"/>
                </a:lnTo>
                <a:lnTo>
                  <a:pt x="285317" y="85670"/>
                </a:lnTo>
                <a:lnTo>
                  <a:pt x="326060" y="105500"/>
                </a:lnTo>
                <a:lnTo>
                  <a:pt x="365826" y="126966"/>
                </a:lnTo>
                <a:lnTo>
                  <a:pt x="404570" y="150025"/>
                </a:lnTo>
                <a:lnTo>
                  <a:pt x="442248" y="174632"/>
                </a:lnTo>
                <a:lnTo>
                  <a:pt x="478816" y="200744"/>
                </a:lnTo>
                <a:lnTo>
                  <a:pt x="514232" y="228316"/>
                </a:lnTo>
                <a:lnTo>
                  <a:pt x="548449" y="257306"/>
                </a:lnTo>
                <a:lnTo>
                  <a:pt x="581426" y="287668"/>
                </a:lnTo>
                <a:lnTo>
                  <a:pt x="613117" y="319360"/>
                </a:lnTo>
                <a:lnTo>
                  <a:pt x="643480" y="352336"/>
                </a:lnTo>
                <a:lnTo>
                  <a:pt x="672469" y="386554"/>
                </a:lnTo>
                <a:lnTo>
                  <a:pt x="700042" y="421969"/>
                </a:lnTo>
                <a:lnTo>
                  <a:pt x="726153" y="458538"/>
                </a:lnTo>
                <a:lnTo>
                  <a:pt x="750761" y="496216"/>
                </a:lnTo>
                <a:lnTo>
                  <a:pt x="773819" y="534960"/>
                </a:lnTo>
                <a:lnTo>
                  <a:pt x="795286" y="574725"/>
                </a:lnTo>
                <a:lnTo>
                  <a:pt x="815116" y="615469"/>
                </a:lnTo>
                <a:lnTo>
                  <a:pt x="833265" y="657146"/>
                </a:lnTo>
                <a:lnTo>
                  <a:pt x="849691" y="699713"/>
                </a:lnTo>
                <a:lnTo>
                  <a:pt x="864349" y="743127"/>
                </a:lnTo>
                <a:lnTo>
                  <a:pt x="877194" y="787343"/>
                </a:lnTo>
                <a:lnTo>
                  <a:pt x="888184" y="832317"/>
                </a:lnTo>
                <a:lnTo>
                  <a:pt x="897274" y="878005"/>
                </a:lnTo>
                <a:lnTo>
                  <a:pt x="900799" y="900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06524" y="677627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3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5"/>
                </a:lnTo>
                <a:lnTo>
                  <a:pt x="25319" y="279052"/>
                </a:lnTo>
                <a:lnTo>
                  <a:pt x="6624" y="234751"/>
                </a:lnTo>
                <a:lnTo>
                  <a:pt x="0" y="185449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1"/>
                </a:lnTo>
                <a:lnTo>
                  <a:pt x="364277" y="234751"/>
                </a:lnTo>
                <a:lnTo>
                  <a:pt x="345582" y="279052"/>
                </a:lnTo>
                <a:lnTo>
                  <a:pt x="316584" y="316585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3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80790" y="0"/>
            <a:ext cx="920750" cy="636905"/>
          </a:xfrm>
          <a:custGeom>
            <a:avLst/>
            <a:gdLst/>
            <a:ahLst/>
            <a:cxnLst/>
            <a:rect l="l" t="t" r="r" b="b"/>
            <a:pathLst>
              <a:path w="920750" h="636905">
                <a:moveTo>
                  <a:pt x="714939" y="636430"/>
                </a:moveTo>
                <a:lnTo>
                  <a:pt x="667599" y="634898"/>
                </a:lnTo>
                <a:lnTo>
                  <a:pt x="621076" y="630367"/>
                </a:lnTo>
                <a:lnTo>
                  <a:pt x="575466" y="622931"/>
                </a:lnTo>
                <a:lnTo>
                  <a:pt x="530864" y="612685"/>
                </a:lnTo>
                <a:lnTo>
                  <a:pt x="487363" y="599724"/>
                </a:lnTo>
                <a:lnTo>
                  <a:pt x="445060" y="584142"/>
                </a:lnTo>
                <a:lnTo>
                  <a:pt x="404049" y="566036"/>
                </a:lnTo>
                <a:lnTo>
                  <a:pt x="364425" y="545498"/>
                </a:lnTo>
                <a:lnTo>
                  <a:pt x="326282" y="522625"/>
                </a:lnTo>
                <a:lnTo>
                  <a:pt x="289717" y="497512"/>
                </a:lnTo>
                <a:lnTo>
                  <a:pt x="254822" y="470252"/>
                </a:lnTo>
                <a:lnTo>
                  <a:pt x="221694" y="440942"/>
                </a:lnTo>
                <a:lnTo>
                  <a:pt x="190428" y="409675"/>
                </a:lnTo>
                <a:lnTo>
                  <a:pt x="161117" y="376547"/>
                </a:lnTo>
                <a:lnTo>
                  <a:pt x="133858" y="341653"/>
                </a:lnTo>
                <a:lnTo>
                  <a:pt x="108744" y="305087"/>
                </a:lnTo>
                <a:lnTo>
                  <a:pt x="85871" y="266944"/>
                </a:lnTo>
                <a:lnTo>
                  <a:pt x="65334" y="227320"/>
                </a:lnTo>
                <a:lnTo>
                  <a:pt x="47227" y="186309"/>
                </a:lnTo>
                <a:lnTo>
                  <a:pt x="31645" y="144006"/>
                </a:lnTo>
                <a:lnTo>
                  <a:pt x="18684" y="100505"/>
                </a:lnTo>
                <a:lnTo>
                  <a:pt x="8438" y="55903"/>
                </a:lnTo>
                <a:lnTo>
                  <a:pt x="1002" y="10293"/>
                </a:lnTo>
                <a:lnTo>
                  <a:pt x="0" y="0"/>
                </a:lnTo>
                <a:lnTo>
                  <a:pt x="920333" y="0"/>
                </a:lnTo>
                <a:lnTo>
                  <a:pt x="920333" y="606333"/>
                </a:lnTo>
                <a:lnTo>
                  <a:pt x="899014" y="612685"/>
                </a:lnTo>
                <a:lnTo>
                  <a:pt x="854412" y="622931"/>
                </a:lnTo>
                <a:lnTo>
                  <a:pt x="808802" y="630367"/>
                </a:lnTo>
                <a:lnTo>
                  <a:pt x="762279" y="634898"/>
                </a:lnTo>
                <a:lnTo>
                  <a:pt x="714939" y="6364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16266" y="6558441"/>
            <a:ext cx="2921000" cy="642620"/>
            <a:chOff x="6016266" y="6558441"/>
            <a:chExt cx="2921000" cy="642620"/>
          </a:xfrm>
        </p:grpSpPr>
        <p:sp>
          <p:nvSpPr>
            <p:cNvPr id="10" name="object 10"/>
            <p:cNvSpPr/>
            <p:nvPr/>
          </p:nvSpPr>
          <p:spPr>
            <a:xfrm>
              <a:off x="6016266" y="6558441"/>
              <a:ext cx="2293620" cy="642620"/>
            </a:xfrm>
            <a:custGeom>
              <a:avLst/>
              <a:gdLst/>
              <a:ahLst/>
              <a:cxnLst/>
              <a:rect l="l" t="t" r="r" b="b"/>
              <a:pathLst>
                <a:path w="2293620" h="642620">
                  <a:moveTo>
                    <a:pt x="2289897" y="642458"/>
                  </a:moveTo>
                  <a:lnTo>
                    <a:pt x="3745" y="642458"/>
                  </a:lnTo>
                  <a:lnTo>
                    <a:pt x="1696" y="629322"/>
                  </a:lnTo>
                  <a:lnTo>
                    <a:pt x="0" y="596589"/>
                  </a:lnTo>
                  <a:lnTo>
                    <a:pt x="1696" y="563856"/>
                  </a:lnTo>
                  <a:lnTo>
                    <a:pt x="15009" y="499819"/>
                  </a:lnTo>
                  <a:lnTo>
                    <a:pt x="40965" y="437992"/>
                  </a:lnTo>
                  <a:lnTo>
                    <a:pt x="78864" y="378738"/>
                  </a:lnTo>
                  <a:lnTo>
                    <a:pt x="128006" y="322422"/>
                  </a:lnTo>
                  <a:lnTo>
                    <a:pt x="156574" y="295479"/>
                  </a:lnTo>
                  <a:lnTo>
                    <a:pt x="187691" y="269407"/>
                  </a:lnTo>
                  <a:lnTo>
                    <a:pt x="221269" y="244251"/>
                  </a:lnTo>
                  <a:lnTo>
                    <a:pt x="257221" y="220057"/>
                  </a:lnTo>
                  <a:lnTo>
                    <a:pt x="295459" y="196870"/>
                  </a:lnTo>
                  <a:lnTo>
                    <a:pt x="335896" y="174736"/>
                  </a:lnTo>
                  <a:lnTo>
                    <a:pt x="378444" y="153701"/>
                  </a:lnTo>
                  <a:lnTo>
                    <a:pt x="423015" y="133809"/>
                  </a:lnTo>
                  <a:lnTo>
                    <a:pt x="469523" y="115107"/>
                  </a:lnTo>
                  <a:lnTo>
                    <a:pt x="517880" y="97639"/>
                  </a:lnTo>
                  <a:lnTo>
                    <a:pt x="567998" y="81451"/>
                  </a:lnTo>
                  <a:lnTo>
                    <a:pt x="619790" y="66590"/>
                  </a:lnTo>
                  <a:lnTo>
                    <a:pt x="673169" y="53099"/>
                  </a:lnTo>
                  <a:lnTo>
                    <a:pt x="728047" y="41026"/>
                  </a:lnTo>
                  <a:lnTo>
                    <a:pt x="784337" y="30414"/>
                  </a:lnTo>
                  <a:lnTo>
                    <a:pt x="841950" y="21310"/>
                  </a:lnTo>
                  <a:lnTo>
                    <a:pt x="900801" y="13760"/>
                  </a:lnTo>
                  <a:lnTo>
                    <a:pt x="960801" y="7808"/>
                  </a:lnTo>
                  <a:lnTo>
                    <a:pt x="1021862" y="3500"/>
                  </a:lnTo>
                  <a:lnTo>
                    <a:pt x="1083898" y="882"/>
                  </a:lnTo>
                  <a:lnTo>
                    <a:pt x="1146821" y="0"/>
                  </a:lnTo>
                  <a:lnTo>
                    <a:pt x="1209744" y="882"/>
                  </a:lnTo>
                  <a:lnTo>
                    <a:pt x="1271780" y="3500"/>
                  </a:lnTo>
                  <a:lnTo>
                    <a:pt x="1332841" y="7808"/>
                  </a:lnTo>
                  <a:lnTo>
                    <a:pt x="1392841" y="13760"/>
                  </a:lnTo>
                  <a:lnTo>
                    <a:pt x="1451691" y="21310"/>
                  </a:lnTo>
                  <a:lnTo>
                    <a:pt x="1509305" y="30414"/>
                  </a:lnTo>
                  <a:lnTo>
                    <a:pt x="1565595" y="41026"/>
                  </a:lnTo>
                  <a:lnTo>
                    <a:pt x="1620473" y="53099"/>
                  </a:lnTo>
                  <a:lnTo>
                    <a:pt x="1673851" y="66590"/>
                  </a:lnTo>
                  <a:lnTo>
                    <a:pt x="1725644" y="81451"/>
                  </a:lnTo>
                  <a:lnTo>
                    <a:pt x="1775762" y="97639"/>
                  </a:lnTo>
                  <a:lnTo>
                    <a:pt x="1824119" y="115107"/>
                  </a:lnTo>
                  <a:lnTo>
                    <a:pt x="1870627" y="133809"/>
                  </a:lnTo>
                  <a:lnTo>
                    <a:pt x="1915198" y="153701"/>
                  </a:lnTo>
                  <a:lnTo>
                    <a:pt x="1957746" y="174736"/>
                  </a:lnTo>
                  <a:lnTo>
                    <a:pt x="1998182" y="196870"/>
                  </a:lnTo>
                  <a:lnTo>
                    <a:pt x="2036420" y="220057"/>
                  </a:lnTo>
                  <a:lnTo>
                    <a:pt x="2072372" y="244251"/>
                  </a:lnTo>
                  <a:lnTo>
                    <a:pt x="2105950" y="269407"/>
                  </a:lnTo>
                  <a:lnTo>
                    <a:pt x="2137067" y="295479"/>
                  </a:lnTo>
                  <a:lnTo>
                    <a:pt x="2165636" y="322422"/>
                  </a:lnTo>
                  <a:lnTo>
                    <a:pt x="2214778" y="378738"/>
                  </a:lnTo>
                  <a:lnTo>
                    <a:pt x="2252676" y="437992"/>
                  </a:lnTo>
                  <a:lnTo>
                    <a:pt x="2278632" y="499819"/>
                  </a:lnTo>
                  <a:lnTo>
                    <a:pt x="2291945" y="563856"/>
                  </a:lnTo>
                  <a:lnTo>
                    <a:pt x="2293139" y="586893"/>
                  </a:lnTo>
                  <a:lnTo>
                    <a:pt x="2293139" y="606285"/>
                  </a:lnTo>
                  <a:lnTo>
                    <a:pt x="2291945" y="629322"/>
                  </a:lnTo>
                  <a:lnTo>
                    <a:pt x="2289897" y="6424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564308"/>
              <a:ext cx="657224" cy="636591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4165647" y="6894588"/>
            <a:ext cx="920750" cy="306705"/>
          </a:xfrm>
          <a:custGeom>
            <a:avLst/>
            <a:gdLst/>
            <a:ahLst/>
            <a:cxnLst/>
            <a:rect l="l" t="t" r="r" b="b"/>
            <a:pathLst>
              <a:path w="920750" h="306704">
                <a:moveTo>
                  <a:pt x="920208" y="306311"/>
                </a:moveTo>
                <a:lnTo>
                  <a:pt x="0" y="306311"/>
                </a:lnTo>
                <a:lnTo>
                  <a:pt x="4773" y="290914"/>
                </a:lnTo>
                <a:lnTo>
                  <a:pt x="23017" y="249682"/>
                </a:lnTo>
                <a:lnTo>
                  <a:pt x="45819" y="210673"/>
                </a:lnTo>
                <a:lnTo>
                  <a:pt x="72885" y="174148"/>
                </a:lnTo>
                <a:lnTo>
                  <a:pt x="103923" y="140366"/>
                </a:lnTo>
                <a:lnTo>
                  <a:pt x="138641" y="109587"/>
                </a:lnTo>
                <a:lnTo>
                  <a:pt x="176746" y="82070"/>
                </a:lnTo>
                <a:lnTo>
                  <a:pt x="217944" y="58074"/>
                </a:lnTo>
                <a:lnTo>
                  <a:pt x="261944" y="37859"/>
                </a:lnTo>
                <a:lnTo>
                  <a:pt x="308453" y="21685"/>
                </a:lnTo>
                <a:lnTo>
                  <a:pt x="357177" y="9810"/>
                </a:lnTo>
                <a:lnTo>
                  <a:pt x="407825" y="2495"/>
                </a:lnTo>
                <a:lnTo>
                  <a:pt x="460103" y="0"/>
                </a:lnTo>
                <a:lnTo>
                  <a:pt x="512382" y="2495"/>
                </a:lnTo>
                <a:lnTo>
                  <a:pt x="563030" y="9810"/>
                </a:lnTo>
                <a:lnTo>
                  <a:pt x="611754" y="21685"/>
                </a:lnTo>
                <a:lnTo>
                  <a:pt x="658263" y="37859"/>
                </a:lnTo>
                <a:lnTo>
                  <a:pt x="702263" y="58074"/>
                </a:lnTo>
                <a:lnTo>
                  <a:pt x="743462" y="82070"/>
                </a:lnTo>
                <a:lnTo>
                  <a:pt x="781566" y="109587"/>
                </a:lnTo>
                <a:lnTo>
                  <a:pt x="816284" y="140366"/>
                </a:lnTo>
                <a:lnTo>
                  <a:pt x="847322" y="174148"/>
                </a:lnTo>
                <a:lnTo>
                  <a:pt x="874389" y="210673"/>
                </a:lnTo>
                <a:lnTo>
                  <a:pt x="897190" y="249682"/>
                </a:lnTo>
                <a:lnTo>
                  <a:pt x="915434" y="290914"/>
                </a:lnTo>
                <a:lnTo>
                  <a:pt x="920208" y="3063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84389" y="12"/>
            <a:ext cx="6464300" cy="702945"/>
          </a:xfrm>
          <a:custGeom>
            <a:avLst/>
            <a:gdLst/>
            <a:ahLst/>
            <a:cxnLst/>
            <a:rect l="l" t="t" r="r" b="b"/>
            <a:pathLst>
              <a:path w="6464300" h="702945">
                <a:moveTo>
                  <a:pt x="6464198" y="0"/>
                </a:moveTo>
                <a:lnTo>
                  <a:pt x="5491632" y="0"/>
                </a:lnTo>
                <a:lnTo>
                  <a:pt x="5493855" y="46824"/>
                </a:lnTo>
                <a:lnTo>
                  <a:pt x="5500395" y="92405"/>
                </a:lnTo>
                <a:lnTo>
                  <a:pt x="5511050" y="136512"/>
                </a:lnTo>
                <a:lnTo>
                  <a:pt x="5525617" y="178955"/>
                </a:lnTo>
                <a:lnTo>
                  <a:pt x="5534012" y="197624"/>
                </a:lnTo>
                <a:lnTo>
                  <a:pt x="5511800" y="191516"/>
                </a:lnTo>
                <a:lnTo>
                  <a:pt x="5465457" y="187363"/>
                </a:lnTo>
                <a:lnTo>
                  <a:pt x="257670" y="187363"/>
                </a:lnTo>
                <a:lnTo>
                  <a:pt x="211340" y="191516"/>
                </a:lnTo>
                <a:lnTo>
                  <a:pt x="167728" y="203492"/>
                </a:lnTo>
                <a:lnTo>
                  <a:pt x="127571" y="222554"/>
                </a:lnTo>
                <a:lnTo>
                  <a:pt x="91592" y="247980"/>
                </a:lnTo>
                <a:lnTo>
                  <a:pt x="60528" y="279044"/>
                </a:lnTo>
                <a:lnTo>
                  <a:pt x="35090" y="315023"/>
                </a:lnTo>
                <a:lnTo>
                  <a:pt x="16027" y="355180"/>
                </a:lnTo>
                <a:lnTo>
                  <a:pt x="4051" y="398792"/>
                </a:lnTo>
                <a:lnTo>
                  <a:pt x="0" y="444080"/>
                </a:lnTo>
                <a:lnTo>
                  <a:pt x="0" y="446163"/>
                </a:lnTo>
                <a:lnTo>
                  <a:pt x="4051" y="491464"/>
                </a:lnTo>
                <a:lnTo>
                  <a:pt x="16027" y="535063"/>
                </a:lnTo>
                <a:lnTo>
                  <a:pt x="35090" y="575221"/>
                </a:lnTo>
                <a:lnTo>
                  <a:pt x="60528" y="611200"/>
                </a:lnTo>
                <a:lnTo>
                  <a:pt x="91592" y="642264"/>
                </a:lnTo>
                <a:lnTo>
                  <a:pt x="127571" y="667702"/>
                </a:lnTo>
                <a:lnTo>
                  <a:pt x="167728" y="686765"/>
                </a:lnTo>
                <a:lnTo>
                  <a:pt x="211340" y="698741"/>
                </a:lnTo>
                <a:lnTo>
                  <a:pt x="257670" y="702894"/>
                </a:lnTo>
                <a:lnTo>
                  <a:pt x="5465457" y="702894"/>
                </a:lnTo>
                <a:lnTo>
                  <a:pt x="5511800" y="698741"/>
                </a:lnTo>
                <a:lnTo>
                  <a:pt x="5555399" y="686765"/>
                </a:lnTo>
                <a:lnTo>
                  <a:pt x="5595556" y="667702"/>
                </a:lnTo>
                <a:lnTo>
                  <a:pt x="5631535" y="642264"/>
                </a:lnTo>
                <a:lnTo>
                  <a:pt x="5662600" y="611200"/>
                </a:lnTo>
                <a:lnTo>
                  <a:pt x="5688038" y="575221"/>
                </a:lnTo>
                <a:lnTo>
                  <a:pt x="5707100" y="535063"/>
                </a:lnTo>
                <a:lnTo>
                  <a:pt x="5719076" y="491464"/>
                </a:lnTo>
                <a:lnTo>
                  <a:pt x="5723140" y="446163"/>
                </a:lnTo>
                <a:lnTo>
                  <a:pt x="5723140" y="444080"/>
                </a:lnTo>
                <a:lnTo>
                  <a:pt x="5720296" y="412496"/>
                </a:lnTo>
                <a:lnTo>
                  <a:pt x="5758383" y="434022"/>
                </a:lnTo>
                <a:lnTo>
                  <a:pt x="5798959" y="452285"/>
                </a:lnTo>
                <a:lnTo>
                  <a:pt x="5841403" y="466852"/>
                </a:lnTo>
                <a:lnTo>
                  <a:pt x="5885510" y="477507"/>
                </a:lnTo>
                <a:lnTo>
                  <a:pt x="5931078" y="484047"/>
                </a:lnTo>
                <a:lnTo>
                  <a:pt x="5977915" y="486283"/>
                </a:lnTo>
                <a:lnTo>
                  <a:pt x="6024740" y="484047"/>
                </a:lnTo>
                <a:lnTo>
                  <a:pt x="6070320" y="477507"/>
                </a:lnTo>
                <a:lnTo>
                  <a:pt x="6114427" y="466852"/>
                </a:lnTo>
                <a:lnTo>
                  <a:pt x="6156871" y="452285"/>
                </a:lnTo>
                <a:lnTo>
                  <a:pt x="6197447" y="434022"/>
                </a:lnTo>
                <a:lnTo>
                  <a:pt x="6235941" y="412254"/>
                </a:lnTo>
                <a:lnTo>
                  <a:pt x="6272161" y="387184"/>
                </a:lnTo>
                <a:lnTo>
                  <a:pt x="6305893" y="359029"/>
                </a:lnTo>
                <a:lnTo>
                  <a:pt x="6336944" y="327977"/>
                </a:lnTo>
                <a:lnTo>
                  <a:pt x="6365100" y="294233"/>
                </a:lnTo>
                <a:lnTo>
                  <a:pt x="6390170" y="258025"/>
                </a:lnTo>
                <a:lnTo>
                  <a:pt x="6411938" y="219519"/>
                </a:lnTo>
                <a:lnTo>
                  <a:pt x="6430213" y="178955"/>
                </a:lnTo>
                <a:lnTo>
                  <a:pt x="6444780" y="136512"/>
                </a:lnTo>
                <a:lnTo>
                  <a:pt x="6455423" y="92405"/>
                </a:lnTo>
                <a:lnTo>
                  <a:pt x="6461976" y="46824"/>
                </a:lnTo>
                <a:lnTo>
                  <a:pt x="64641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187375"/>
            <a:ext cx="7550784" cy="1383030"/>
          </a:xfrm>
          <a:custGeom>
            <a:avLst/>
            <a:gdLst/>
            <a:ahLst/>
            <a:cxnLst/>
            <a:rect l="l" t="t" r="r" b="b"/>
            <a:pathLst>
              <a:path w="7550784" h="1383030">
                <a:moveTo>
                  <a:pt x="7550251" y="1048219"/>
                </a:moveTo>
                <a:lnTo>
                  <a:pt x="7546645" y="998956"/>
                </a:lnTo>
                <a:lnTo>
                  <a:pt x="7536142" y="951928"/>
                </a:lnTo>
                <a:lnTo>
                  <a:pt x="7519276" y="907669"/>
                </a:lnTo>
                <a:lnTo>
                  <a:pt x="7496543" y="866686"/>
                </a:lnTo>
                <a:lnTo>
                  <a:pt x="7468489" y="829500"/>
                </a:lnTo>
                <a:lnTo>
                  <a:pt x="7435596" y="796607"/>
                </a:lnTo>
                <a:lnTo>
                  <a:pt x="7398410" y="768553"/>
                </a:lnTo>
                <a:lnTo>
                  <a:pt x="7357427" y="745820"/>
                </a:lnTo>
                <a:lnTo>
                  <a:pt x="7313168" y="728954"/>
                </a:lnTo>
                <a:lnTo>
                  <a:pt x="7266140" y="718451"/>
                </a:lnTo>
                <a:lnTo>
                  <a:pt x="7216876" y="714844"/>
                </a:lnTo>
                <a:lnTo>
                  <a:pt x="674014" y="714844"/>
                </a:lnTo>
                <a:lnTo>
                  <a:pt x="674014" y="0"/>
                </a:lnTo>
                <a:lnTo>
                  <a:pt x="0" y="0"/>
                </a:lnTo>
                <a:lnTo>
                  <a:pt x="0" y="728802"/>
                </a:lnTo>
                <a:lnTo>
                  <a:pt x="538556" y="728802"/>
                </a:lnTo>
                <a:lnTo>
                  <a:pt x="537883" y="728954"/>
                </a:lnTo>
                <a:lnTo>
                  <a:pt x="493623" y="745820"/>
                </a:lnTo>
                <a:lnTo>
                  <a:pt x="452640" y="768553"/>
                </a:lnTo>
                <a:lnTo>
                  <a:pt x="415442" y="796607"/>
                </a:lnTo>
                <a:lnTo>
                  <a:pt x="382562" y="829500"/>
                </a:lnTo>
                <a:lnTo>
                  <a:pt x="354495" y="866686"/>
                </a:lnTo>
                <a:lnTo>
                  <a:pt x="331774" y="907669"/>
                </a:lnTo>
                <a:lnTo>
                  <a:pt x="314909" y="951928"/>
                </a:lnTo>
                <a:lnTo>
                  <a:pt x="304406" y="998956"/>
                </a:lnTo>
                <a:lnTo>
                  <a:pt x="300786" y="1048219"/>
                </a:lnTo>
                <a:lnTo>
                  <a:pt x="300786" y="1049096"/>
                </a:lnTo>
                <a:lnTo>
                  <a:pt x="304406" y="1098359"/>
                </a:lnTo>
                <a:lnTo>
                  <a:pt x="314909" y="1145387"/>
                </a:lnTo>
                <a:lnTo>
                  <a:pt x="331774" y="1189647"/>
                </a:lnTo>
                <a:lnTo>
                  <a:pt x="354495" y="1230630"/>
                </a:lnTo>
                <a:lnTo>
                  <a:pt x="382562" y="1267815"/>
                </a:lnTo>
                <a:lnTo>
                  <a:pt x="415442" y="1300708"/>
                </a:lnTo>
                <a:lnTo>
                  <a:pt x="452640" y="1328762"/>
                </a:lnTo>
                <a:lnTo>
                  <a:pt x="493623" y="1351483"/>
                </a:lnTo>
                <a:lnTo>
                  <a:pt x="537883" y="1368361"/>
                </a:lnTo>
                <a:lnTo>
                  <a:pt x="584898" y="1378864"/>
                </a:lnTo>
                <a:lnTo>
                  <a:pt x="634161" y="1382471"/>
                </a:lnTo>
                <a:lnTo>
                  <a:pt x="7216876" y="1382471"/>
                </a:lnTo>
                <a:lnTo>
                  <a:pt x="7266140" y="1378864"/>
                </a:lnTo>
                <a:lnTo>
                  <a:pt x="7313168" y="1368361"/>
                </a:lnTo>
                <a:lnTo>
                  <a:pt x="7357427" y="1351483"/>
                </a:lnTo>
                <a:lnTo>
                  <a:pt x="7398410" y="1328762"/>
                </a:lnTo>
                <a:lnTo>
                  <a:pt x="7435596" y="1300708"/>
                </a:lnTo>
                <a:lnTo>
                  <a:pt x="7468489" y="1267815"/>
                </a:lnTo>
                <a:lnTo>
                  <a:pt x="7496543" y="1230630"/>
                </a:lnTo>
                <a:lnTo>
                  <a:pt x="7519276" y="1189647"/>
                </a:lnTo>
                <a:lnTo>
                  <a:pt x="7536142" y="1145387"/>
                </a:lnTo>
                <a:lnTo>
                  <a:pt x="7546645" y="1098359"/>
                </a:lnTo>
                <a:lnTo>
                  <a:pt x="7550251" y="1049096"/>
                </a:lnTo>
                <a:lnTo>
                  <a:pt x="7550251" y="1048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95"/>
              </a:spcBef>
            </a:pPr>
            <a:r>
              <a:rPr b="0" spc="385" dirty="0">
                <a:latin typeface="Times New Roman"/>
                <a:cs typeface="Times New Roman"/>
              </a:rPr>
              <a:t> </a:t>
            </a:r>
            <a:r>
              <a:rPr spc="-10" dirty="0"/>
              <a:t>SWITCH</a:t>
            </a:r>
          </a:p>
        </p:txBody>
      </p:sp>
      <p:sp>
        <p:nvSpPr>
          <p:cNvPr id="16" name="object 16"/>
          <p:cNvSpPr/>
          <p:nvPr/>
        </p:nvSpPr>
        <p:spPr>
          <a:xfrm>
            <a:off x="960526" y="1769867"/>
            <a:ext cx="6665595" cy="733425"/>
          </a:xfrm>
          <a:custGeom>
            <a:avLst/>
            <a:gdLst/>
            <a:ahLst/>
            <a:cxnLst/>
            <a:rect l="l" t="t" r="r" b="b"/>
            <a:pathLst>
              <a:path w="6665595" h="733425">
                <a:moveTo>
                  <a:pt x="6332577" y="733259"/>
                </a:moveTo>
                <a:lnTo>
                  <a:pt x="333373" y="733259"/>
                </a:lnTo>
                <a:lnTo>
                  <a:pt x="284111" y="729645"/>
                </a:lnTo>
                <a:lnTo>
                  <a:pt x="237091" y="719145"/>
                </a:lnTo>
                <a:lnTo>
                  <a:pt x="192832" y="702275"/>
                </a:lnTo>
                <a:lnTo>
                  <a:pt x="151848" y="679551"/>
                </a:lnTo>
                <a:lnTo>
                  <a:pt x="114656" y="651488"/>
                </a:lnTo>
                <a:lnTo>
                  <a:pt x="81771" y="618603"/>
                </a:lnTo>
                <a:lnTo>
                  <a:pt x="53708" y="581410"/>
                </a:lnTo>
                <a:lnTo>
                  <a:pt x="30984" y="540427"/>
                </a:lnTo>
                <a:lnTo>
                  <a:pt x="14114" y="496167"/>
                </a:lnTo>
                <a:lnTo>
                  <a:pt x="3614" y="449148"/>
                </a:lnTo>
                <a:lnTo>
                  <a:pt x="0" y="399884"/>
                </a:lnTo>
                <a:lnTo>
                  <a:pt x="0" y="333375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5" y="0"/>
                </a:lnTo>
                <a:lnTo>
                  <a:pt x="6332575" y="0"/>
                </a:lnTo>
                <a:lnTo>
                  <a:pt x="6381839" y="3614"/>
                </a:lnTo>
                <a:lnTo>
                  <a:pt x="6428858" y="14114"/>
                </a:lnTo>
                <a:lnTo>
                  <a:pt x="6473118" y="30984"/>
                </a:lnTo>
                <a:lnTo>
                  <a:pt x="6514101" y="53708"/>
                </a:lnTo>
                <a:lnTo>
                  <a:pt x="6551294" y="81771"/>
                </a:lnTo>
                <a:lnTo>
                  <a:pt x="6584179" y="114656"/>
                </a:lnTo>
                <a:lnTo>
                  <a:pt x="6612242" y="151848"/>
                </a:lnTo>
                <a:lnTo>
                  <a:pt x="6634966" y="192832"/>
                </a:lnTo>
                <a:lnTo>
                  <a:pt x="6651836" y="237091"/>
                </a:lnTo>
                <a:lnTo>
                  <a:pt x="6662336" y="284111"/>
                </a:lnTo>
                <a:lnTo>
                  <a:pt x="6665216" y="323364"/>
                </a:lnTo>
                <a:lnTo>
                  <a:pt x="6665216" y="409894"/>
                </a:lnTo>
                <a:lnTo>
                  <a:pt x="6662336" y="449148"/>
                </a:lnTo>
                <a:lnTo>
                  <a:pt x="6651836" y="496167"/>
                </a:lnTo>
                <a:lnTo>
                  <a:pt x="6634966" y="540427"/>
                </a:lnTo>
                <a:lnTo>
                  <a:pt x="6612242" y="581410"/>
                </a:lnTo>
                <a:lnTo>
                  <a:pt x="6584179" y="618603"/>
                </a:lnTo>
                <a:lnTo>
                  <a:pt x="6551294" y="651488"/>
                </a:lnTo>
                <a:lnTo>
                  <a:pt x="6514101" y="679551"/>
                </a:lnTo>
                <a:lnTo>
                  <a:pt x="6473118" y="702275"/>
                </a:lnTo>
                <a:lnTo>
                  <a:pt x="6428858" y="719145"/>
                </a:lnTo>
                <a:lnTo>
                  <a:pt x="6381839" y="729645"/>
                </a:lnTo>
                <a:lnTo>
                  <a:pt x="6332577" y="7332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28491" y="1808488"/>
            <a:ext cx="653034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3040" marR="5080" indent="-2720975">
              <a:lnSpc>
                <a:spcPct val="113599"/>
              </a:lnSpc>
              <a:spcBef>
                <a:spcPts val="100"/>
              </a:spcBef>
            </a:pPr>
            <a:r>
              <a:rPr sz="1650" b="1" spc="-10" dirty="0">
                <a:latin typeface="Comic Sans MS"/>
                <a:cs typeface="Comic Sans MS"/>
              </a:rPr>
              <a:t>SWITCH(&lt;expression&gt;,</a:t>
            </a:r>
            <a:r>
              <a:rPr sz="1650" b="1" spc="-75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&lt;value&gt;,</a:t>
            </a:r>
            <a:r>
              <a:rPr sz="1650" b="1" spc="-7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&lt;result&gt;[,</a:t>
            </a:r>
            <a:r>
              <a:rPr sz="1650" b="1" spc="-70" dirty="0">
                <a:latin typeface="Comic Sans MS"/>
                <a:cs typeface="Comic Sans MS"/>
              </a:rPr>
              <a:t> </a:t>
            </a:r>
            <a:r>
              <a:rPr sz="1650" b="1" dirty="0">
                <a:latin typeface="Comic Sans MS"/>
                <a:cs typeface="Comic Sans MS"/>
              </a:rPr>
              <a:t>&lt;value&gt;,</a:t>
            </a:r>
            <a:r>
              <a:rPr sz="1650" b="1" spc="-70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&lt;result&gt;]… </a:t>
            </a:r>
            <a:r>
              <a:rPr sz="1650" b="1" dirty="0">
                <a:latin typeface="Comic Sans MS"/>
                <a:cs typeface="Comic Sans MS"/>
              </a:rPr>
              <a:t>[,</a:t>
            </a:r>
            <a:r>
              <a:rPr sz="1650" b="1" spc="-20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&lt;else&gt;])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12589" y="2619603"/>
            <a:ext cx="5492115" cy="1106170"/>
          </a:xfrm>
          <a:custGeom>
            <a:avLst/>
            <a:gdLst/>
            <a:ahLst/>
            <a:cxnLst/>
            <a:rect l="l" t="t" r="r" b="b"/>
            <a:pathLst>
              <a:path w="5492115" h="1106170">
                <a:moveTo>
                  <a:pt x="5158257" y="1106104"/>
                </a:moveTo>
                <a:lnTo>
                  <a:pt x="333373" y="1106104"/>
                </a:lnTo>
                <a:lnTo>
                  <a:pt x="284111" y="1102489"/>
                </a:lnTo>
                <a:lnTo>
                  <a:pt x="237091" y="1091989"/>
                </a:lnTo>
                <a:lnTo>
                  <a:pt x="192832" y="1075119"/>
                </a:lnTo>
                <a:lnTo>
                  <a:pt x="151848" y="1052395"/>
                </a:lnTo>
                <a:lnTo>
                  <a:pt x="114656" y="1024332"/>
                </a:lnTo>
                <a:lnTo>
                  <a:pt x="81771" y="991447"/>
                </a:lnTo>
                <a:lnTo>
                  <a:pt x="53708" y="954255"/>
                </a:lnTo>
                <a:lnTo>
                  <a:pt x="30984" y="913271"/>
                </a:lnTo>
                <a:lnTo>
                  <a:pt x="14114" y="869012"/>
                </a:lnTo>
                <a:lnTo>
                  <a:pt x="3614" y="821992"/>
                </a:lnTo>
                <a:lnTo>
                  <a:pt x="0" y="772729"/>
                </a:lnTo>
                <a:lnTo>
                  <a:pt x="0" y="333375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5" y="0"/>
                </a:lnTo>
                <a:lnTo>
                  <a:pt x="5158255" y="0"/>
                </a:lnTo>
                <a:lnTo>
                  <a:pt x="5207518" y="3614"/>
                </a:lnTo>
                <a:lnTo>
                  <a:pt x="5254538" y="14114"/>
                </a:lnTo>
                <a:lnTo>
                  <a:pt x="5298797" y="30984"/>
                </a:lnTo>
                <a:lnTo>
                  <a:pt x="5339781" y="53708"/>
                </a:lnTo>
                <a:lnTo>
                  <a:pt x="5376973" y="81771"/>
                </a:lnTo>
                <a:lnTo>
                  <a:pt x="5409859" y="114656"/>
                </a:lnTo>
                <a:lnTo>
                  <a:pt x="5437921" y="151848"/>
                </a:lnTo>
                <a:lnTo>
                  <a:pt x="5460645" y="192832"/>
                </a:lnTo>
                <a:lnTo>
                  <a:pt x="5477515" y="237091"/>
                </a:lnTo>
                <a:lnTo>
                  <a:pt x="5488016" y="284111"/>
                </a:lnTo>
                <a:lnTo>
                  <a:pt x="5491630" y="333375"/>
                </a:lnTo>
                <a:lnTo>
                  <a:pt x="5491630" y="772729"/>
                </a:lnTo>
                <a:lnTo>
                  <a:pt x="5488016" y="821992"/>
                </a:lnTo>
                <a:lnTo>
                  <a:pt x="5477515" y="869012"/>
                </a:lnTo>
                <a:lnTo>
                  <a:pt x="5460645" y="913271"/>
                </a:lnTo>
                <a:lnTo>
                  <a:pt x="5437921" y="954255"/>
                </a:lnTo>
                <a:lnTo>
                  <a:pt x="5409859" y="991447"/>
                </a:lnTo>
                <a:lnTo>
                  <a:pt x="5376973" y="1024332"/>
                </a:lnTo>
                <a:lnTo>
                  <a:pt x="5339781" y="1052395"/>
                </a:lnTo>
                <a:lnTo>
                  <a:pt x="5298797" y="1075119"/>
                </a:lnTo>
                <a:lnTo>
                  <a:pt x="5254538" y="1091989"/>
                </a:lnTo>
                <a:lnTo>
                  <a:pt x="5207518" y="1102489"/>
                </a:lnTo>
                <a:lnTo>
                  <a:pt x="5158257" y="11061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58528" y="2643613"/>
            <a:ext cx="540004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2100"/>
              </a:lnSpc>
              <a:spcBef>
                <a:spcPts val="100"/>
              </a:spcBef>
            </a:pPr>
            <a:r>
              <a:rPr sz="1450" dirty="0">
                <a:latin typeface="Comic Sans MS"/>
                <a:cs typeface="Comic Sans MS"/>
              </a:rPr>
              <a:t>Suppose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we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want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to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categorize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orders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in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the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Orders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table </a:t>
            </a:r>
            <a:r>
              <a:rPr sz="1450" dirty="0">
                <a:latin typeface="Comic Sans MS"/>
                <a:cs typeface="Comic Sans MS"/>
              </a:rPr>
              <a:t>based</a:t>
            </a:r>
            <a:r>
              <a:rPr sz="1450" spc="-6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on</a:t>
            </a:r>
            <a:r>
              <a:rPr sz="1450" spc="-6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their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Profit</a:t>
            </a:r>
            <a:r>
              <a:rPr sz="1450" spc="-6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into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different</a:t>
            </a:r>
            <a:r>
              <a:rPr sz="1450" spc="-6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groups: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"High</a:t>
            </a:r>
            <a:r>
              <a:rPr sz="1450" spc="-6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Profit", </a:t>
            </a:r>
            <a:r>
              <a:rPr sz="1450" dirty="0">
                <a:latin typeface="Comic Sans MS"/>
                <a:cs typeface="Comic Sans MS"/>
              </a:rPr>
              <a:t>"Medium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Profit",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"Low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Profit",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and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"No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Profit".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We</a:t>
            </a:r>
            <a:r>
              <a:rPr sz="1450" spc="-5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can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use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spc="-25" dirty="0">
                <a:latin typeface="Comic Sans MS"/>
                <a:cs typeface="Comic Sans MS"/>
              </a:rPr>
              <a:t>the </a:t>
            </a:r>
            <a:r>
              <a:rPr sz="1450" dirty="0">
                <a:latin typeface="Comic Sans MS"/>
                <a:cs typeface="Comic Sans MS"/>
              </a:rPr>
              <a:t>SWITCH</a:t>
            </a:r>
            <a:r>
              <a:rPr sz="1450" spc="-7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function</a:t>
            </a:r>
            <a:r>
              <a:rPr sz="1450" spc="-7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for</a:t>
            </a:r>
            <a:r>
              <a:rPr sz="1450" spc="-70" dirty="0">
                <a:latin typeface="Comic Sans MS"/>
                <a:cs typeface="Comic Sans MS"/>
              </a:rPr>
              <a:t> </a:t>
            </a:r>
            <a:r>
              <a:rPr sz="1450" spc="-20" dirty="0">
                <a:latin typeface="Comic Sans MS"/>
                <a:cs typeface="Comic Sans MS"/>
              </a:rPr>
              <a:t>this:</a:t>
            </a:r>
            <a:endParaRPr sz="1450">
              <a:latin typeface="Comic Sans MS"/>
              <a:cs typeface="Comic Sans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7925" y="3840008"/>
            <a:ext cx="5029199" cy="17621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0140" y="972910"/>
            <a:ext cx="6931025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3444" marR="5080" indent="-881380">
              <a:lnSpc>
                <a:spcPct val="112500"/>
              </a:lnSpc>
              <a:spcBef>
                <a:spcPts val="100"/>
              </a:spcBef>
            </a:pPr>
            <a:r>
              <a:rPr sz="1500" b="1" dirty="0">
                <a:latin typeface="Comic Sans MS"/>
                <a:cs typeface="Comic Sans MS"/>
              </a:rPr>
              <a:t>The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SWITCH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function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in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DAX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evaluates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a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list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of</a:t>
            </a:r>
            <a:r>
              <a:rPr sz="1500" b="1" spc="-5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conditions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and</a:t>
            </a:r>
            <a:r>
              <a:rPr sz="1500" b="1" spc="-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returns</a:t>
            </a:r>
            <a:r>
              <a:rPr sz="1500" b="1" spc="-50" dirty="0">
                <a:latin typeface="Comic Sans MS"/>
                <a:cs typeface="Comic Sans MS"/>
              </a:rPr>
              <a:t> a </a:t>
            </a:r>
            <a:r>
              <a:rPr sz="1500" b="1" dirty="0">
                <a:latin typeface="Comic Sans MS"/>
                <a:cs typeface="Comic Sans MS"/>
              </a:rPr>
              <a:t>value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corresponding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to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the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first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condition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that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is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spc="-20" dirty="0">
                <a:latin typeface="Comic Sans MS"/>
                <a:cs typeface="Comic Sans MS"/>
              </a:rPr>
              <a:t>TRUE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62458" y="1874274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mic Sans MS"/>
                <a:cs typeface="Comic Sans MS"/>
              </a:rPr>
              <a:t>Syntax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526" y="2855219"/>
            <a:ext cx="1019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omic Sans MS"/>
                <a:cs typeface="Comic Sans MS"/>
              </a:rPr>
              <a:t>Example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984" y="3906288"/>
            <a:ext cx="166179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latin typeface="Comic Sans MS"/>
                <a:cs typeface="Comic Sans MS"/>
              </a:rPr>
              <a:t>by</a:t>
            </a:r>
            <a:r>
              <a:rPr sz="1400" b="1" spc="1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creating</a:t>
            </a:r>
            <a:r>
              <a:rPr sz="1400" b="1" spc="20" dirty="0">
                <a:latin typeface="Comic Sans MS"/>
                <a:cs typeface="Comic Sans MS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column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8967" y="5713920"/>
            <a:ext cx="757999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latin typeface="Comic Sans MS"/>
                <a:cs typeface="Comic Sans MS"/>
              </a:rPr>
              <a:t>This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DAX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formula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evaluates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column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in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each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row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Orders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table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and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categorizes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orders </a:t>
            </a:r>
            <a:r>
              <a:rPr sz="1200" dirty="0">
                <a:latin typeface="Comic Sans MS"/>
                <a:cs typeface="Comic Sans MS"/>
              </a:rPr>
              <a:t>into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different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groups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based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on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their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levels.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returns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"High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Profit"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greater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spc="-20" dirty="0">
                <a:latin typeface="Comic Sans MS"/>
                <a:cs typeface="Comic Sans MS"/>
              </a:rPr>
              <a:t>than</a:t>
            </a:r>
            <a:endParaRPr sz="1200">
              <a:latin typeface="Comic Sans MS"/>
              <a:cs typeface="Comic Sans MS"/>
            </a:endParaRPr>
          </a:p>
          <a:p>
            <a:pPr marL="74930" marR="67945" algn="ctr">
              <a:lnSpc>
                <a:spcPct val="114599"/>
              </a:lnSpc>
            </a:pPr>
            <a:r>
              <a:rPr sz="1200" dirty="0">
                <a:latin typeface="Comic Sans MS"/>
                <a:cs typeface="Comic Sans MS"/>
              </a:rPr>
              <a:t>$100,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"Medium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Profit"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greater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than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zero,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"Low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Profit"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less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than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zero,</a:t>
            </a:r>
            <a:r>
              <a:rPr sz="1200" spc="-15" dirty="0">
                <a:latin typeface="Comic Sans MS"/>
                <a:cs typeface="Comic Sans MS"/>
              </a:rPr>
              <a:t> </a:t>
            </a:r>
            <a:r>
              <a:rPr sz="1200" spc="-25" dirty="0">
                <a:latin typeface="Comic Sans MS"/>
                <a:cs typeface="Comic Sans MS"/>
              </a:rPr>
              <a:t>and </a:t>
            </a:r>
            <a:r>
              <a:rPr sz="1200" dirty="0">
                <a:latin typeface="Comic Sans MS"/>
                <a:cs typeface="Comic Sans MS"/>
              </a:rPr>
              <a:t>"No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Profit"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if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profit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zero.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The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SWITCH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function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stops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evaluating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conditions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once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it</a:t>
            </a:r>
            <a:r>
              <a:rPr sz="1200" spc="-1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finds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a</a:t>
            </a:r>
            <a:r>
              <a:rPr sz="1200" spc="-5" dirty="0">
                <a:latin typeface="Comic Sans MS"/>
                <a:cs typeface="Comic Sans MS"/>
              </a:rPr>
              <a:t> </a:t>
            </a:r>
            <a:r>
              <a:rPr sz="1200" spc="-20" dirty="0">
                <a:latin typeface="Comic Sans MS"/>
                <a:cs typeface="Comic Sans MS"/>
              </a:rPr>
              <a:t>TRUE </a:t>
            </a:r>
            <a:r>
              <a:rPr sz="1200" dirty="0">
                <a:latin typeface="Comic Sans MS"/>
                <a:cs typeface="Comic Sans MS"/>
              </a:rPr>
              <a:t>condition and returns the corresponding </a:t>
            </a:r>
            <a:r>
              <a:rPr sz="1200" spc="-10" dirty="0">
                <a:latin typeface="Comic Sans MS"/>
                <a:cs typeface="Comic Sans MS"/>
              </a:rPr>
              <a:t>value.</a:t>
            </a:r>
            <a:endParaRPr sz="1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762" y="2480699"/>
            <a:ext cx="1323974" cy="24193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85281" y="1332945"/>
            <a:ext cx="1188720" cy="948055"/>
          </a:xfrm>
          <a:custGeom>
            <a:avLst/>
            <a:gdLst/>
            <a:ahLst/>
            <a:cxnLst/>
            <a:rect l="l" t="t" r="r" b="b"/>
            <a:pathLst>
              <a:path w="1188720" h="948055">
                <a:moveTo>
                  <a:pt x="237122" y="947833"/>
                </a:moveTo>
                <a:lnTo>
                  <a:pt x="237121" y="676011"/>
                </a:lnTo>
                <a:lnTo>
                  <a:pt x="192083" y="651845"/>
                </a:lnTo>
                <a:lnTo>
                  <a:pt x="150683" y="622931"/>
                </a:lnTo>
                <a:lnTo>
                  <a:pt x="113365" y="590049"/>
                </a:lnTo>
                <a:lnTo>
                  <a:pt x="80572" y="553979"/>
                </a:lnTo>
                <a:lnTo>
                  <a:pt x="52748" y="515501"/>
                </a:lnTo>
                <a:lnTo>
                  <a:pt x="30335" y="475395"/>
                </a:lnTo>
                <a:lnTo>
                  <a:pt x="13778" y="434442"/>
                </a:lnTo>
                <a:lnTo>
                  <a:pt x="3518" y="393422"/>
                </a:lnTo>
                <a:lnTo>
                  <a:pt x="0" y="353114"/>
                </a:lnTo>
                <a:lnTo>
                  <a:pt x="3219" y="313274"/>
                </a:lnTo>
                <a:lnTo>
                  <a:pt x="12620" y="273653"/>
                </a:lnTo>
                <a:lnTo>
                  <a:pt x="27815" y="234768"/>
                </a:lnTo>
                <a:lnTo>
                  <a:pt x="48417" y="197134"/>
                </a:lnTo>
                <a:lnTo>
                  <a:pt x="74039" y="161270"/>
                </a:lnTo>
                <a:lnTo>
                  <a:pt x="104294" y="127690"/>
                </a:lnTo>
                <a:lnTo>
                  <a:pt x="138794" y="96912"/>
                </a:lnTo>
                <a:lnTo>
                  <a:pt x="177152" y="69452"/>
                </a:lnTo>
                <a:lnTo>
                  <a:pt x="218982" y="45826"/>
                </a:lnTo>
                <a:lnTo>
                  <a:pt x="263896" y="26552"/>
                </a:lnTo>
                <a:lnTo>
                  <a:pt x="311506" y="12145"/>
                </a:lnTo>
                <a:lnTo>
                  <a:pt x="361427" y="3122"/>
                </a:lnTo>
                <a:lnTo>
                  <a:pt x="413270" y="0"/>
                </a:lnTo>
                <a:lnTo>
                  <a:pt x="776136" y="0"/>
                </a:lnTo>
                <a:lnTo>
                  <a:pt x="827983" y="3122"/>
                </a:lnTo>
                <a:lnTo>
                  <a:pt x="877908" y="12145"/>
                </a:lnTo>
                <a:lnTo>
                  <a:pt x="925523" y="26552"/>
                </a:lnTo>
                <a:lnTo>
                  <a:pt x="970442" y="45826"/>
                </a:lnTo>
                <a:lnTo>
                  <a:pt x="1012276" y="69452"/>
                </a:lnTo>
                <a:lnTo>
                  <a:pt x="1050638" y="96912"/>
                </a:lnTo>
                <a:lnTo>
                  <a:pt x="1085142" y="127690"/>
                </a:lnTo>
                <a:lnTo>
                  <a:pt x="1115400" y="161270"/>
                </a:lnTo>
                <a:lnTo>
                  <a:pt x="1141024" y="197134"/>
                </a:lnTo>
                <a:lnTo>
                  <a:pt x="1161627" y="234768"/>
                </a:lnTo>
                <a:lnTo>
                  <a:pt x="1176822" y="273653"/>
                </a:lnTo>
                <a:lnTo>
                  <a:pt x="1186222" y="313274"/>
                </a:lnTo>
                <a:lnTo>
                  <a:pt x="1188494" y="341420"/>
                </a:lnTo>
                <a:lnTo>
                  <a:pt x="1188494" y="365312"/>
                </a:lnTo>
                <a:lnTo>
                  <a:pt x="1176817" y="435824"/>
                </a:lnTo>
                <a:lnTo>
                  <a:pt x="1161620" y="475951"/>
                </a:lnTo>
                <a:lnTo>
                  <a:pt x="1141017" y="514601"/>
                </a:lnTo>
                <a:lnTo>
                  <a:pt x="1115392" y="551280"/>
                </a:lnTo>
                <a:lnTo>
                  <a:pt x="1085135" y="585494"/>
                </a:lnTo>
                <a:lnTo>
                  <a:pt x="1050633" y="616748"/>
                </a:lnTo>
                <a:lnTo>
                  <a:pt x="1012271" y="644550"/>
                </a:lnTo>
                <a:lnTo>
                  <a:pt x="970438" y="668404"/>
                </a:lnTo>
                <a:lnTo>
                  <a:pt x="925521" y="687817"/>
                </a:lnTo>
                <a:lnTo>
                  <a:pt x="877907" y="702296"/>
                </a:lnTo>
                <a:lnTo>
                  <a:pt x="827983" y="711345"/>
                </a:lnTo>
                <a:lnTo>
                  <a:pt x="776136" y="714471"/>
                </a:lnTo>
                <a:lnTo>
                  <a:pt x="517809" y="714471"/>
                </a:lnTo>
                <a:lnTo>
                  <a:pt x="237122" y="947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94512" y="2453783"/>
            <a:ext cx="5461635" cy="941705"/>
            <a:chOff x="1394512" y="2453783"/>
            <a:chExt cx="5461635" cy="941705"/>
          </a:xfrm>
        </p:grpSpPr>
        <p:sp>
          <p:nvSpPr>
            <p:cNvPr id="5" name="object 5"/>
            <p:cNvSpPr/>
            <p:nvPr/>
          </p:nvSpPr>
          <p:spPr>
            <a:xfrm>
              <a:off x="3531333" y="3349882"/>
              <a:ext cx="53975" cy="45720"/>
            </a:xfrm>
            <a:custGeom>
              <a:avLst/>
              <a:gdLst/>
              <a:ahLst/>
              <a:cxnLst/>
              <a:rect l="l" t="t" r="r" b="b"/>
              <a:pathLst>
                <a:path w="53975" h="45720">
                  <a:moveTo>
                    <a:pt x="21014" y="45184"/>
                  </a:moveTo>
                  <a:lnTo>
                    <a:pt x="9138" y="44514"/>
                  </a:lnTo>
                  <a:lnTo>
                    <a:pt x="2440" y="39112"/>
                  </a:lnTo>
                  <a:lnTo>
                    <a:pt x="0" y="30896"/>
                  </a:lnTo>
                  <a:lnTo>
                    <a:pt x="773" y="19823"/>
                  </a:lnTo>
                  <a:lnTo>
                    <a:pt x="4048" y="9108"/>
                  </a:lnTo>
                  <a:lnTo>
                    <a:pt x="9108" y="1964"/>
                  </a:lnTo>
                  <a:lnTo>
                    <a:pt x="18127" y="0"/>
                  </a:lnTo>
                  <a:lnTo>
                    <a:pt x="30539" y="1250"/>
                  </a:lnTo>
                  <a:lnTo>
                    <a:pt x="41523" y="3571"/>
                  </a:lnTo>
                  <a:lnTo>
                    <a:pt x="46255" y="4822"/>
                  </a:lnTo>
                  <a:lnTo>
                    <a:pt x="53875" y="16252"/>
                  </a:lnTo>
                  <a:lnTo>
                    <a:pt x="36462" y="37102"/>
                  </a:lnTo>
                  <a:lnTo>
                    <a:pt x="21014" y="45184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94512" y="2453783"/>
              <a:ext cx="5461635" cy="922655"/>
            </a:xfrm>
            <a:custGeom>
              <a:avLst/>
              <a:gdLst/>
              <a:ahLst/>
              <a:cxnLst/>
              <a:rect l="l" t="t" r="r" b="b"/>
              <a:pathLst>
                <a:path w="5461634" h="922654">
                  <a:moveTo>
                    <a:pt x="5128193" y="922352"/>
                  </a:moveTo>
                  <a:lnTo>
                    <a:pt x="333374" y="922352"/>
                  </a:lnTo>
                  <a:lnTo>
                    <a:pt x="284111" y="918737"/>
                  </a:lnTo>
                  <a:lnTo>
                    <a:pt x="237091" y="908237"/>
                  </a:lnTo>
                  <a:lnTo>
                    <a:pt x="192832" y="891367"/>
                  </a:lnTo>
                  <a:lnTo>
                    <a:pt x="151848" y="868643"/>
                  </a:lnTo>
                  <a:lnTo>
                    <a:pt x="114656" y="840581"/>
                  </a:lnTo>
                  <a:lnTo>
                    <a:pt x="81771" y="807695"/>
                  </a:lnTo>
                  <a:lnTo>
                    <a:pt x="53708" y="770503"/>
                  </a:lnTo>
                  <a:lnTo>
                    <a:pt x="30984" y="729519"/>
                  </a:lnTo>
                  <a:lnTo>
                    <a:pt x="14114" y="685260"/>
                  </a:lnTo>
                  <a:lnTo>
                    <a:pt x="3614" y="638241"/>
                  </a:lnTo>
                  <a:lnTo>
                    <a:pt x="0" y="58897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5128193" y="0"/>
                  </a:lnTo>
                  <a:lnTo>
                    <a:pt x="5177457" y="3614"/>
                  </a:lnTo>
                  <a:lnTo>
                    <a:pt x="5224476" y="14114"/>
                  </a:lnTo>
                  <a:lnTo>
                    <a:pt x="5268736" y="30984"/>
                  </a:lnTo>
                  <a:lnTo>
                    <a:pt x="5309719" y="53708"/>
                  </a:lnTo>
                  <a:lnTo>
                    <a:pt x="5346912" y="81771"/>
                  </a:lnTo>
                  <a:lnTo>
                    <a:pt x="5379797" y="114656"/>
                  </a:lnTo>
                  <a:lnTo>
                    <a:pt x="5407860" y="151848"/>
                  </a:lnTo>
                  <a:lnTo>
                    <a:pt x="5430584" y="192832"/>
                  </a:lnTo>
                  <a:lnTo>
                    <a:pt x="5447454" y="237091"/>
                  </a:lnTo>
                  <a:lnTo>
                    <a:pt x="5457954" y="284111"/>
                  </a:lnTo>
                  <a:lnTo>
                    <a:pt x="5461568" y="333374"/>
                  </a:lnTo>
                  <a:lnTo>
                    <a:pt x="5461568" y="588977"/>
                  </a:lnTo>
                  <a:lnTo>
                    <a:pt x="5457954" y="638241"/>
                  </a:lnTo>
                  <a:lnTo>
                    <a:pt x="5447454" y="685260"/>
                  </a:lnTo>
                  <a:lnTo>
                    <a:pt x="5430584" y="729519"/>
                  </a:lnTo>
                  <a:lnTo>
                    <a:pt x="5407860" y="770503"/>
                  </a:lnTo>
                  <a:lnTo>
                    <a:pt x="5379797" y="807695"/>
                  </a:lnTo>
                  <a:lnTo>
                    <a:pt x="5346912" y="840581"/>
                  </a:lnTo>
                  <a:lnTo>
                    <a:pt x="5309719" y="868643"/>
                  </a:lnTo>
                  <a:lnTo>
                    <a:pt x="5268736" y="891367"/>
                  </a:lnTo>
                  <a:lnTo>
                    <a:pt x="5224476" y="908237"/>
                  </a:lnTo>
                  <a:lnTo>
                    <a:pt x="5177457" y="918737"/>
                  </a:lnTo>
                  <a:lnTo>
                    <a:pt x="5128193" y="922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047371" y="6468860"/>
            <a:ext cx="2171700" cy="732155"/>
          </a:xfrm>
          <a:custGeom>
            <a:avLst/>
            <a:gdLst/>
            <a:ahLst/>
            <a:cxnLst/>
            <a:rect l="l" t="t" r="r" b="b"/>
            <a:pathLst>
              <a:path w="2171700" h="732154">
                <a:moveTo>
                  <a:pt x="2171613" y="732039"/>
                </a:moveTo>
                <a:lnTo>
                  <a:pt x="0" y="732039"/>
                </a:lnTo>
                <a:lnTo>
                  <a:pt x="3583" y="721757"/>
                </a:lnTo>
                <a:lnTo>
                  <a:pt x="20161" y="680122"/>
                </a:lnTo>
                <a:lnTo>
                  <a:pt x="38485" y="639321"/>
                </a:lnTo>
                <a:lnTo>
                  <a:pt x="58513" y="599394"/>
                </a:lnTo>
                <a:lnTo>
                  <a:pt x="80200" y="560382"/>
                </a:lnTo>
                <a:lnTo>
                  <a:pt x="103505" y="522326"/>
                </a:lnTo>
                <a:lnTo>
                  <a:pt x="128383" y="485266"/>
                </a:lnTo>
                <a:lnTo>
                  <a:pt x="154793" y="449242"/>
                </a:lnTo>
                <a:lnTo>
                  <a:pt x="182690" y="414296"/>
                </a:lnTo>
                <a:lnTo>
                  <a:pt x="212033" y="380467"/>
                </a:lnTo>
                <a:lnTo>
                  <a:pt x="242777" y="347796"/>
                </a:lnTo>
                <a:lnTo>
                  <a:pt x="274881" y="316324"/>
                </a:lnTo>
                <a:lnTo>
                  <a:pt x="308300" y="286091"/>
                </a:lnTo>
                <a:lnTo>
                  <a:pt x="342992" y="257138"/>
                </a:lnTo>
                <a:lnTo>
                  <a:pt x="378914" y="229505"/>
                </a:lnTo>
                <a:lnTo>
                  <a:pt x="416023" y="203233"/>
                </a:lnTo>
                <a:lnTo>
                  <a:pt x="454275" y="178362"/>
                </a:lnTo>
                <a:lnTo>
                  <a:pt x="493628" y="154933"/>
                </a:lnTo>
                <a:lnTo>
                  <a:pt x="534039" y="132987"/>
                </a:lnTo>
                <a:lnTo>
                  <a:pt x="575465" y="112563"/>
                </a:lnTo>
                <a:lnTo>
                  <a:pt x="617862" y="93703"/>
                </a:lnTo>
                <a:lnTo>
                  <a:pt x="661188" y="76446"/>
                </a:lnTo>
                <a:lnTo>
                  <a:pt x="705399" y="60834"/>
                </a:lnTo>
                <a:lnTo>
                  <a:pt x="750453" y="46907"/>
                </a:lnTo>
                <a:lnTo>
                  <a:pt x="796306" y="34705"/>
                </a:lnTo>
                <a:lnTo>
                  <a:pt x="842916" y="24269"/>
                </a:lnTo>
                <a:lnTo>
                  <a:pt x="890239" y="15640"/>
                </a:lnTo>
                <a:lnTo>
                  <a:pt x="938233" y="8858"/>
                </a:lnTo>
                <a:lnTo>
                  <a:pt x="986854" y="3964"/>
                </a:lnTo>
                <a:lnTo>
                  <a:pt x="1036059" y="997"/>
                </a:lnTo>
                <a:lnTo>
                  <a:pt x="1085806" y="0"/>
                </a:lnTo>
                <a:lnTo>
                  <a:pt x="1135553" y="997"/>
                </a:lnTo>
                <a:lnTo>
                  <a:pt x="1184758" y="3964"/>
                </a:lnTo>
                <a:lnTo>
                  <a:pt x="1233379" y="8858"/>
                </a:lnTo>
                <a:lnTo>
                  <a:pt x="1281373" y="15640"/>
                </a:lnTo>
                <a:lnTo>
                  <a:pt x="1328696" y="24269"/>
                </a:lnTo>
                <a:lnTo>
                  <a:pt x="1375306" y="34705"/>
                </a:lnTo>
                <a:lnTo>
                  <a:pt x="1421159" y="46907"/>
                </a:lnTo>
                <a:lnTo>
                  <a:pt x="1466213" y="60834"/>
                </a:lnTo>
                <a:lnTo>
                  <a:pt x="1510424" y="76446"/>
                </a:lnTo>
                <a:lnTo>
                  <a:pt x="1553750" y="93703"/>
                </a:lnTo>
                <a:lnTo>
                  <a:pt x="1596147" y="112563"/>
                </a:lnTo>
                <a:lnTo>
                  <a:pt x="1637573" y="132987"/>
                </a:lnTo>
                <a:lnTo>
                  <a:pt x="1677984" y="154933"/>
                </a:lnTo>
                <a:lnTo>
                  <a:pt x="1717337" y="178362"/>
                </a:lnTo>
                <a:lnTo>
                  <a:pt x="1755589" y="203233"/>
                </a:lnTo>
                <a:lnTo>
                  <a:pt x="1792698" y="229505"/>
                </a:lnTo>
                <a:lnTo>
                  <a:pt x="1828620" y="257138"/>
                </a:lnTo>
                <a:lnTo>
                  <a:pt x="1863312" y="286091"/>
                </a:lnTo>
                <a:lnTo>
                  <a:pt x="1896731" y="316324"/>
                </a:lnTo>
                <a:lnTo>
                  <a:pt x="1928834" y="347796"/>
                </a:lnTo>
                <a:lnTo>
                  <a:pt x="1959579" y="380467"/>
                </a:lnTo>
                <a:lnTo>
                  <a:pt x="1988922" y="414296"/>
                </a:lnTo>
                <a:lnTo>
                  <a:pt x="2016819" y="449242"/>
                </a:lnTo>
                <a:lnTo>
                  <a:pt x="2043229" y="485266"/>
                </a:lnTo>
                <a:lnTo>
                  <a:pt x="2068107" y="522326"/>
                </a:lnTo>
                <a:lnTo>
                  <a:pt x="2091412" y="560382"/>
                </a:lnTo>
                <a:lnTo>
                  <a:pt x="2113099" y="599394"/>
                </a:lnTo>
                <a:lnTo>
                  <a:pt x="2133127" y="639321"/>
                </a:lnTo>
                <a:lnTo>
                  <a:pt x="2151451" y="680122"/>
                </a:lnTo>
                <a:lnTo>
                  <a:pt x="2168029" y="721757"/>
                </a:lnTo>
                <a:lnTo>
                  <a:pt x="2171613" y="73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0000" y="6601076"/>
            <a:ext cx="657224" cy="59982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263344" y="108597"/>
            <a:ext cx="2721610" cy="565150"/>
          </a:xfrm>
          <a:custGeom>
            <a:avLst/>
            <a:gdLst/>
            <a:ahLst/>
            <a:cxnLst/>
            <a:rect l="l" t="t" r="r" b="b"/>
            <a:pathLst>
              <a:path w="2721610" h="565150">
                <a:moveTo>
                  <a:pt x="2439559" y="564553"/>
                </a:moveTo>
                <a:lnTo>
                  <a:pt x="282276" y="564553"/>
                </a:lnTo>
                <a:lnTo>
                  <a:pt x="226950" y="559079"/>
                </a:lnTo>
                <a:lnTo>
                  <a:pt x="174254" y="543066"/>
                </a:lnTo>
                <a:lnTo>
                  <a:pt x="125669" y="517127"/>
                </a:lnTo>
                <a:lnTo>
                  <a:pt x="82676" y="481876"/>
                </a:lnTo>
                <a:lnTo>
                  <a:pt x="47425" y="438884"/>
                </a:lnTo>
                <a:lnTo>
                  <a:pt x="21487" y="390299"/>
                </a:lnTo>
                <a:lnTo>
                  <a:pt x="5473" y="337603"/>
                </a:lnTo>
                <a:lnTo>
                  <a:pt x="0" y="282276"/>
                </a:lnTo>
                <a:lnTo>
                  <a:pt x="5473" y="226950"/>
                </a:lnTo>
                <a:lnTo>
                  <a:pt x="21487" y="174254"/>
                </a:lnTo>
                <a:lnTo>
                  <a:pt x="47425" y="125669"/>
                </a:lnTo>
                <a:lnTo>
                  <a:pt x="82676" y="82676"/>
                </a:lnTo>
                <a:lnTo>
                  <a:pt x="125669" y="47425"/>
                </a:lnTo>
                <a:lnTo>
                  <a:pt x="174254" y="21487"/>
                </a:lnTo>
                <a:lnTo>
                  <a:pt x="226950" y="5473"/>
                </a:lnTo>
                <a:lnTo>
                  <a:pt x="282276" y="0"/>
                </a:lnTo>
                <a:lnTo>
                  <a:pt x="2439559" y="0"/>
                </a:lnTo>
                <a:lnTo>
                  <a:pt x="2494885" y="5473"/>
                </a:lnTo>
                <a:lnTo>
                  <a:pt x="2547581" y="21487"/>
                </a:lnTo>
                <a:lnTo>
                  <a:pt x="2596166" y="47425"/>
                </a:lnTo>
                <a:lnTo>
                  <a:pt x="2639158" y="82676"/>
                </a:lnTo>
                <a:lnTo>
                  <a:pt x="2674410" y="125669"/>
                </a:lnTo>
                <a:lnTo>
                  <a:pt x="2700348" y="174254"/>
                </a:lnTo>
                <a:lnTo>
                  <a:pt x="2716361" y="226950"/>
                </a:lnTo>
                <a:lnTo>
                  <a:pt x="2721325" y="277116"/>
                </a:lnTo>
                <a:lnTo>
                  <a:pt x="2721325" y="287436"/>
                </a:lnTo>
                <a:lnTo>
                  <a:pt x="2716361" y="337603"/>
                </a:lnTo>
                <a:lnTo>
                  <a:pt x="2700348" y="390299"/>
                </a:lnTo>
                <a:lnTo>
                  <a:pt x="2674410" y="438884"/>
                </a:lnTo>
                <a:lnTo>
                  <a:pt x="2639158" y="481876"/>
                </a:lnTo>
                <a:lnTo>
                  <a:pt x="2596166" y="517127"/>
                </a:lnTo>
                <a:lnTo>
                  <a:pt x="2547581" y="543066"/>
                </a:lnTo>
                <a:lnTo>
                  <a:pt x="2494885" y="559079"/>
                </a:lnTo>
                <a:lnTo>
                  <a:pt x="2439559" y="5645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0" dirty="0"/>
              <a:t>TRUE</a:t>
            </a:r>
            <a:endParaRPr sz="2050"/>
          </a:p>
        </p:txBody>
      </p:sp>
      <p:sp>
        <p:nvSpPr>
          <p:cNvPr id="11" name="object 11"/>
          <p:cNvSpPr/>
          <p:nvPr/>
        </p:nvSpPr>
        <p:spPr>
          <a:xfrm>
            <a:off x="111756" y="987476"/>
            <a:ext cx="7415530" cy="546100"/>
          </a:xfrm>
          <a:custGeom>
            <a:avLst/>
            <a:gdLst/>
            <a:ahLst/>
            <a:cxnLst/>
            <a:rect l="l" t="t" r="r" b="b"/>
            <a:pathLst>
              <a:path w="7415530" h="546100">
                <a:moveTo>
                  <a:pt x="7142355" y="545478"/>
                </a:moveTo>
                <a:lnTo>
                  <a:pt x="272630" y="545478"/>
                </a:lnTo>
                <a:lnTo>
                  <a:pt x="219173" y="540189"/>
                </a:lnTo>
                <a:lnTo>
                  <a:pt x="168258" y="524717"/>
                </a:lnTo>
                <a:lnTo>
                  <a:pt x="121315" y="499654"/>
                </a:lnTo>
                <a:lnTo>
                  <a:pt x="79775" y="465594"/>
                </a:lnTo>
                <a:lnTo>
                  <a:pt x="45715" y="424054"/>
                </a:lnTo>
                <a:lnTo>
                  <a:pt x="20652" y="377111"/>
                </a:lnTo>
                <a:lnTo>
                  <a:pt x="5180" y="326196"/>
                </a:lnTo>
                <a:lnTo>
                  <a:pt x="0" y="273832"/>
                </a:lnTo>
                <a:lnTo>
                  <a:pt x="0" y="271645"/>
                </a:lnTo>
                <a:lnTo>
                  <a:pt x="5180" y="219281"/>
                </a:lnTo>
                <a:lnTo>
                  <a:pt x="20652" y="168366"/>
                </a:lnTo>
                <a:lnTo>
                  <a:pt x="45715" y="121423"/>
                </a:lnTo>
                <a:lnTo>
                  <a:pt x="79775" y="79883"/>
                </a:lnTo>
                <a:lnTo>
                  <a:pt x="121315" y="45823"/>
                </a:lnTo>
                <a:lnTo>
                  <a:pt x="168258" y="20761"/>
                </a:lnTo>
                <a:lnTo>
                  <a:pt x="219173" y="5289"/>
                </a:lnTo>
                <a:lnTo>
                  <a:pt x="272630" y="0"/>
                </a:lnTo>
                <a:lnTo>
                  <a:pt x="7142355" y="0"/>
                </a:lnTo>
                <a:lnTo>
                  <a:pt x="7195812" y="5289"/>
                </a:lnTo>
                <a:lnTo>
                  <a:pt x="7246728" y="20761"/>
                </a:lnTo>
                <a:lnTo>
                  <a:pt x="7293671" y="45823"/>
                </a:lnTo>
                <a:lnTo>
                  <a:pt x="7335210" y="79883"/>
                </a:lnTo>
                <a:lnTo>
                  <a:pt x="7369271" y="121423"/>
                </a:lnTo>
                <a:lnTo>
                  <a:pt x="7394334" y="168366"/>
                </a:lnTo>
                <a:lnTo>
                  <a:pt x="7409806" y="219281"/>
                </a:lnTo>
                <a:lnTo>
                  <a:pt x="7414987" y="271645"/>
                </a:lnTo>
                <a:lnTo>
                  <a:pt x="7414987" y="273832"/>
                </a:lnTo>
                <a:lnTo>
                  <a:pt x="7409806" y="326196"/>
                </a:lnTo>
                <a:lnTo>
                  <a:pt x="7394334" y="377111"/>
                </a:lnTo>
                <a:lnTo>
                  <a:pt x="7369271" y="424054"/>
                </a:lnTo>
                <a:lnTo>
                  <a:pt x="7335210" y="465594"/>
                </a:lnTo>
                <a:lnTo>
                  <a:pt x="7293671" y="499654"/>
                </a:lnTo>
                <a:lnTo>
                  <a:pt x="7246728" y="524717"/>
                </a:lnTo>
                <a:lnTo>
                  <a:pt x="7195812" y="540189"/>
                </a:lnTo>
                <a:lnTo>
                  <a:pt x="7142355" y="545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0470" y="1102411"/>
            <a:ext cx="8062595" cy="70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latin typeface="Comic Sans MS"/>
                <a:cs typeface="Comic Sans MS"/>
              </a:rPr>
              <a:t>The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TRUE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function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DAX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returns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the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logical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value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TRUE.</a:t>
            </a:r>
            <a:endParaRPr sz="1850">
              <a:latin typeface="Comic Sans MS"/>
              <a:cs typeface="Comic Sans MS"/>
            </a:endParaRPr>
          </a:p>
          <a:p>
            <a:pPr marR="5080" algn="r">
              <a:lnSpc>
                <a:spcPct val="100000"/>
              </a:lnSpc>
              <a:spcBef>
                <a:spcPts val="1425"/>
              </a:spcBef>
            </a:pPr>
            <a:r>
              <a:rPr sz="1450" b="1" dirty="0">
                <a:latin typeface="Comic Sans MS"/>
                <a:cs typeface="Comic Sans MS"/>
              </a:rPr>
              <a:t>learn</a:t>
            </a:r>
            <a:r>
              <a:rPr sz="1450" b="1" spc="-60" dirty="0">
                <a:latin typeface="Comic Sans MS"/>
                <a:cs typeface="Comic Sans MS"/>
              </a:rPr>
              <a:t> </a:t>
            </a:r>
            <a:r>
              <a:rPr sz="1450" b="1" spc="-25" dirty="0">
                <a:latin typeface="Comic Sans MS"/>
                <a:cs typeface="Comic Sans MS"/>
              </a:rPr>
              <a:t>it?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7890" y="1712759"/>
            <a:ext cx="4542790" cy="450850"/>
          </a:xfrm>
          <a:custGeom>
            <a:avLst/>
            <a:gdLst/>
            <a:ahLst/>
            <a:cxnLst/>
            <a:rect l="l" t="t" r="r" b="b"/>
            <a:pathLst>
              <a:path w="4542790" h="450850">
                <a:moveTo>
                  <a:pt x="4317605" y="450228"/>
                </a:moveTo>
                <a:lnTo>
                  <a:pt x="225112" y="450228"/>
                </a:lnTo>
                <a:lnTo>
                  <a:pt x="180991" y="445862"/>
                </a:lnTo>
                <a:lnTo>
                  <a:pt x="138966" y="433092"/>
                </a:lnTo>
                <a:lnTo>
                  <a:pt x="100220" y="412406"/>
                </a:lnTo>
                <a:lnTo>
                  <a:pt x="65934" y="384293"/>
                </a:lnTo>
                <a:lnTo>
                  <a:pt x="37821" y="350007"/>
                </a:lnTo>
                <a:lnTo>
                  <a:pt x="17135" y="311261"/>
                </a:lnTo>
                <a:lnTo>
                  <a:pt x="4365" y="269236"/>
                </a:lnTo>
                <a:lnTo>
                  <a:pt x="0" y="225114"/>
                </a:lnTo>
                <a:lnTo>
                  <a:pt x="4365" y="180991"/>
                </a:lnTo>
                <a:lnTo>
                  <a:pt x="17135" y="138966"/>
                </a:lnTo>
                <a:lnTo>
                  <a:pt x="37821" y="100220"/>
                </a:lnTo>
                <a:lnTo>
                  <a:pt x="65934" y="65934"/>
                </a:lnTo>
                <a:lnTo>
                  <a:pt x="100220" y="37821"/>
                </a:lnTo>
                <a:lnTo>
                  <a:pt x="138966" y="17135"/>
                </a:lnTo>
                <a:lnTo>
                  <a:pt x="180991" y="4365"/>
                </a:lnTo>
                <a:lnTo>
                  <a:pt x="225114" y="0"/>
                </a:lnTo>
                <a:lnTo>
                  <a:pt x="4317604" y="0"/>
                </a:lnTo>
                <a:lnTo>
                  <a:pt x="4361726" y="4365"/>
                </a:lnTo>
                <a:lnTo>
                  <a:pt x="4403750" y="17135"/>
                </a:lnTo>
                <a:lnTo>
                  <a:pt x="4442496" y="37821"/>
                </a:lnTo>
                <a:lnTo>
                  <a:pt x="4476783" y="65934"/>
                </a:lnTo>
                <a:lnTo>
                  <a:pt x="4504896" y="100220"/>
                </a:lnTo>
                <a:lnTo>
                  <a:pt x="4525582" y="138966"/>
                </a:lnTo>
                <a:lnTo>
                  <a:pt x="4538352" y="180991"/>
                </a:lnTo>
                <a:lnTo>
                  <a:pt x="4542717" y="225114"/>
                </a:lnTo>
                <a:lnTo>
                  <a:pt x="4538352" y="269236"/>
                </a:lnTo>
                <a:lnTo>
                  <a:pt x="4525582" y="311261"/>
                </a:lnTo>
                <a:lnTo>
                  <a:pt x="4504896" y="350007"/>
                </a:lnTo>
                <a:lnTo>
                  <a:pt x="4476783" y="384293"/>
                </a:lnTo>
                <a:lnTo>
                  <a:pt x="4442496" y="412406"/>
                </a:lnTo>
                <a:lnTo>
                  <a:pt x="4403750" y="433092"/>
                </a:lnTo>
                <a:lnTo>
                  <a:pt x="4361726" y="445862"/>
                </a:lnTo>
                <a:lnTo>
                  <a:pt x="4317605" y="4502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04769" y="1780069"/>
            <a:ext cx="829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latin typeface="Comic Sans MS"/>
                <a:cs typeface="Comic Sans MS"/>
              </a:rPr>
              <a:t>TRUE()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3456" y="2470821"/>
            <a:ext cx="538416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900"/>
              </a:lnSpc>
              <a:spcBef>
                <a:spcPts val="100"/>
              </a:spcBef>
            </a:pPr>
            <a:r>
              <a:rPr sz="1550" dirty="0">
                <a:latin typeface="Comic Sans MS"/>
                <a:cs typeface="Comic Sans MS"/>
              </a:rPr>
              <a:t>The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TRUE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function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is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often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used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within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other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functions</a:t>
            </a:r>
            <a:r>
              <a:rPr sz="1550" spc="-25" dirty="0">
                <a:latin typeface="Comic Sans MS"/>
                <a:cs typeface="Comic Sans MS"/>
              </a:rPr>
              <a:t> or </a:t>
            </a:r>
            <a:r>
              <a:rPr sz="1550" dirty="0">
                <a:latin typeface="Comic Sans MS"/>
                <a:cs typeface="Comic Sans MS"/>
              </a:rPr>
              <a:t>expressions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to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represent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a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logical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condition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that</a:t>
            </a:r>
            <a:r>
              <a:rPr sz="1550" spc="-2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is</a:t>
            </a:r>
            <a:r>
              <a:rPr sz="1550" spc="-30" dirty="0">
                <a:latin typeface="Comic Sans MS"/>
                <a:cs typeface="Comic Sans MS"/>
              </a:rPr>
              <a:t> </a:t>
            </a:r>
            <a:r>
              <a:rPr sz="1550" spc="-10" dirty="0">
                <a:latin typeface="Comic Sans MS"/>
                <a:cs typeface="Comic Sans MS"/>
              </a:rPr>
              <a:t>always true.</a:t>
            </a:r>
            <a:endParaRPr sz="155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4512" y="3619500"/>
            <a:ext cx="5057774" cy="5143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84822" y="2598066"/>
            <a:ext cx="1019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omic Sans MS"/>
                <a:cs typeface="Comic Sans MS"/>
              </a:rPr>
              <a:t>Example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7867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501810" y="1780225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mic Sans MS"/>
                <a:cs typeface="Comic Sans MS"/>
              </a:rPr>
              <a:t>Syntax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9758" y="4376572"/>
            <a:ext cx="557212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sz="1500" dirty="0">
                <a:latin typeface="Comic Sans MS"/>
                <a:cs typeface="Comic Sans MS"/>
              </a:rPr>
              <a:t>In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this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example,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IF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function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checks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if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Profit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column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spc="-25" dirty="0">
                <a:latin typeface="Comic Sans MS"/>
                <a:cs typeface="Comic Sans MS"/>
              </a:rPr>
              <a:t>in </a:t>
            </a:r>
            <a:r>
              <a:rPr sz="1500" dirty="0">
                <a:latin typeface="Comic Sans MS"/>
                <a:cs typeface="Comic Sans MS"/>
              </a:rPr>
              <a:t>each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row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of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Orders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table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is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greater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than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$100.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If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spc="-25" dirty="0">
                <a:latin typeface="Comic Sans MS"/>
                <a:cs typeface="Comic Sans MS"/>
              </a:rPr>
              <a:t>the </a:t>
            </a:r>
            <a:r>
              <a:rPr sz="1500" dirty="0">
                <a:latin typeface="Comic Sans MS"/>
                <a:cs typeface="Comic Sans MS"/>
              </a:rPr>
              <a:t>condition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is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true,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it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returns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TRUE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using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TRUE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function; </a:t>
            </a:r>
            <a:r>
              <a:rPr sz="1500" dirty="0">
                <a:latin typeface="Comic Sans MS"/>
                <a:cs typeface="Comic Sans MS"/>
              </a:rPr>
              <a:t>otherwise,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it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returns</a:t>
            </a:r>
            <a:r>
              <a:rPr sz="1500" spc="-6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FALSE.</a:t>
            </a:r>
            <a:endParaRPr sz="1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55" y="1465070"/>
            <a:ext cx="1345565" cy="965200"/>
          </a:xfrm>
          <a:custGeom>
            <a:avLst/>
            <a:gdLst/>
            <a:ahLst/>
            <a:cxnLst/>
            <a:rect l="l" t="t" r="r" b="b"/>
            <a:pathLst>
              <a:path w="1345565" h="965200">
                <a:moveTo>
                  <a:pt x="193096" y="964859"/>
                </a:moveTo>
                <a:lnTo>
                  <a:pt x="193096" y="743505"/>
                </a:lnTo>
                <a:lnTo>
                  <a:pt x="156419" y="723706"/>
                </a:lnTo>
                <a:lnTo>
                  <a:pt x="122706" y="699315"/>
                </a:lnTo>
                <a:lnTo>
                  <a:pt x="92317" y="670247"/>
                </a:lnTo>
                <a:lnTo>
                  <a:pt x="65613" y="636411"/>
                </a:lnTo>
                <a:lnTo>
                  <a:pt x="42954" y="597719"/>
                </a:lnTo>
                <a:lnTo>
                  <a:pt x="24703" y="554084"/>
                </a:lnTo>
                <a:lnTo>
                  <a:pt x="11219" y="505416"/>
                </a:lnTo>
                <a:lnTo>
                  <a:pt x="2865" y="451627"/>
                </a:lnTo>
                <a:lnTo>
                  <a:pt x="0" y="392629"/>
                </a:lnTo>
                <a:lnTo>
                  <a:pt x="2625" y="337731"/>
                </a:lnTo>
                <a:lnTo>
                  <a:pt x="10282" y="286484"/>
                </a:lnTo>
                <a:lnTo>
                  <a:pt x="22656" y="238992"/>
                </a:lnTo>
                <a:lnTo>
                  <a:pt x="39433" y="195389"/>
                </a:lnTo>
                <a:lnTo>
                  <a:pt x="60297" y="155808"/>
                </a:lnTo>
                <a:lnTo>
                  <a:pt x="84934" y="120382"/>
                </a:lnTo>
                <a:lnTo>
                  <a:pt x="113028" y="89246"/>
                </a:lnTo>
                <a:lnTo>
                  <a:pt x="144263" y="62533"/>
                </a:lnTo>
                <a:lnTo>
                  <a:pt x="178326" y="40378"/>
                </a:lnTo>
                <a:lnTo>
                  <a:pt x="214900" y="22913"/>
                </a:lnTo>
                <a:lnTo>
                  <a:pt x="253670" y="10272"/>
                </a:lnTo>
                <a:lnTo>
                  <a:pt x="294322" y="2590"/>
                </a:lnTo>
                <a:lnTo>
                  <a:pt x="336539" y="0"/>
                </a:lnTo>
                <a:lnTo>
                  <a:pt x="1003682" y="0"/>
                </a:lnTo>
                <a:lnTo>
                  <a:pt x="1047278" y="2590"/>
                </a:lnTo>
                <a:lnTo>
                  <a:pt x="1089097" y="10272"/>
                </a:lnTo>
                <a:lnTo>
                  <a:pt x="1128843" y="22913"/>
                </a:lnTo>
                <a:lnTo>
                  <a:pt x="1166216" y="40379"/>
                </a:lnTo>
                <a:lnTo>
                  <a:pt x="1200920" y="62535"/>
                </a:lnTo>
                <a:lnTo>
                  <a:pt x="1232656" y="89249"/>
                </a:lnTo>
                <a:lnTo>
                  <a:pt x="1261127" y="120387"/>
                </a:lnTo>
                <a:lnTo>
                  <a:pt x="1286034" y="155815"/>
                </a:lnTo>
                <a:lnTo>
                  <a:pt x="1307079" y="195399"/>
                </a:lnTo>
                <a:lnTo>
                  <a:pt x="1323965" y="239006"/>
                </a:lnTo>
                <a:lnTo>
                  <a:pt x="1336394" y="286503"/>
                </a:lnTo>
                <a:lnTo>
                  <a:pt x="1344067" y="337755"/>
                </a:lnTo>
                <a:lnTo>
                  <a:pt x="1345526" y="368290"/>
                </a:lnTo>
                <a:lnTo>
                  <a:pt x="1345526" y="415902"/>
                </a:lnTo>
                <a:lnTo>
                  <a:pt x="1336386" y="494624"/>
                </a:lnTo>
                <a:lnTo>
                  <a:pt x="1323956" y="540553"/>
                </a:lnTo>
                <a:lnTo>
                  <a:pt x="1307069" y="582877"/>
                </a:lnTo>
                <a:lnTo>
                  <a:pt x="1286024" y="621434"/>
                </a:lnTo>
                <a:lnTo>
                  <a:pt x="1261118" y="656061"/>
                </a:lnTo>
                <a:lnTo>
                  <a:pt x="1232649" y="686597"/>
                </a:lnTo>
                <a:lnTo>
                  <a:pt x="1200914" y="712881"/>
                </a:lnTo>
                <a:lnTo>
                  <a:pt x="1166212" y="734748"/>
                </a:lnTo>
                <a:lnTo>
                  <a:pt x="1128840" y="752038"/>
                </a:lnTo>
                <a:lnTo>
                  <a:pt x="1089096" y="764589"/>
                </a:lnTo>
                <a:lnTo>
                  <a:pt x="1047277" y="772239"/>
                </a:lnTo>
                <a:lnTo>
                  <a:pt x="1003682" y="774824"/>
                </a:lnTo>
                <a:lnTo>
                  <a:pt x="421668" y="774824"/>
                </a:lnTo>
                <a:lnTo>
                  <a:pt x="193096" y="9648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0545" y="1710117"/>
            <a:ext cx="1179195" cy="27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latin typeface="Comic Sans MS"/>
                <a:cs typeface="Comic Sans MS"/>
              </a:rPr>
              <a:t>check</a:t>
            </a:r>
            <a:r>
              <a:rPr sz="1650" b="1" spc="-55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this?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47371" y="6468860"/>
            <a:ext cx="2171700" cy="732155"/>
          </a:xfrm>
          <a:custGeom>
            <a:avLst/>
            <a:gdLst/>
            <a:ahLst/>
            <a:cxnLst/>
            <a:rect l="l" t="t" r="r" b="b"/>
            <a:pathLst>
              <a:path w="2171700" h="732154">
                <a:moveTo>
                  <a:pt x="2171613" y="732039"/>
                </a:moveTo>
                <a:lnTo>
                  <a:pt x="0" y="732039"/>
                </a:lnTo>
                <a:lnTo>
                  <a:pt x="3583" y="721757"/>
                </a:lnTo>
                <a:lnTo>
                  <a:pt x="20161" y="680122"/>
                </a:lnTo>
                <a:lnTo>
                  <a:pt x="38485" y="639321"/>
                </a:lnTo>
                <a:lnTo>
                  <a:pt x="58513" y="599394"/>
                </a:lnTo>
                <a:lnTo>
                  <a:pt x="80200" y="560382"/>
                </a:lnTo>
                <a:lnTo>
                  <a:pt x="103505" y="522326"/>
                </a:lnTo>
                <a:lnTo>
                  <a:pt x="128383" y="485266"/>
                </a:lnTo>
                <a:lnTo>
                  <a:pt x="154793" y="449242"/>
                </a:lnTo>
                <a:lnTo>
                  <a:pt x="182690" y="414296"/>
                </a:lnTo>
                <a:lnTo>
                  <a:pt x="212033" y="380467"/>
                </a:lnTo>
                <a:lnTo>
                  <a:pt x="242777" y="347796"/>
                </a:lnTo>
                <a:lnTo>
                  <a:pt x="274881" y="316324"/>
                </a:lnTo>
                <a:lnTo>
                  <a:pt x="308300" y="286091"/>
                </a:lnTo>
                <a:lnTo>
                  <a:pt x="342992" y="257138"/>
                </a:lnTo>
                <a:lnTo>
                  <a:pt x="378914" y="229505"/>
                </a:lnTo>
                <a:lnTo>
                  <a:pt x="416023" y="203233"/>
                </a:lnTo>
                <a:lnTo>
                  <a:pt x="454275" y="178362"/>
                </a:lnTo>
                <a:lnTo>
                  <a:pt x="493628" y="154933"/>
                </a:lnTo>
                <a:lnTo>
                  <a:pt x="534039" y="132987"/>
                </a:lnTo>
                <a:lnTo>
                  <a:pt x="575465" y="112563"/>
                </a:lnTo>
                <a:lnTo>
                  <a:pt x="617862" y="93703"/>
                </a:lnTo>
                <a:lnTo>
                  <a:pt x="661188" y="76446"/>
                </a:lnTo>
                <a:lnTo>
                  <a:pt x="705399" y="60834"/>
                </a:lnTo>
                <a:lnTo>
                  <a:pt x="750453" y="46907"/>
                </a:lnTo>
                <a:lnTo>
                  <a:pt x="796306" y="34705"/>
                </a:lnTo>
                <a:lnTo>
                  <a:pt x="842916" y="24269"/>
                </a:lnTo>
                <a:lnTo>
                  <a:pt x="890239" y="15640"/>
                </a:lnTo>
                <a:lnTo>
                  <a:pt x="938233" y="8858"/>
                </a:lnTo>
                <a:lnTo>
                  <a:pt x="986854" y="3964"/>
                </a:lnTo>
                <a:lnTo>
                  <a:pt x="1036059" y="997"/>
                </a:lnTo>
                <a:lnTo>
                  <a:pt x="1085806" y="0"/>
                </a:lnTo>
                <a:lnTo>
                  <a:pt x="1135553" y="997"/>
                </a:lnTo>
                <a:lnTo>
                  <a:pt x="1184758" y="3964"/>
                </a:lnTo>
                <a:lnTo>
                  <a:pt x="1233379" y="8858"/>
                </a:lnTo>
                <a:lnTo>
                  <a:pt x="1281373" y="15640"/>
                </a:lnTo>
                <a:lnTo>
                  <a:pt x="1328696" y="24269"/>
                </a:lnTo>
                <a:lnTo>
                  <a:pt x="1375306" y="34705"/>
                </a:lnTo>
                <a:lnTo>
                  <a:pt x="1421159" y="46907"/>
                </a:lnTo>
                <a:lnTo>
                  <a:pt x="1466213" y="60834"/>
                </a:lnTo>
                <a:lnTo>
                  <a:pt x="1510424" y="76446"/>
                </a:lnTo>
                <a:lnTo>
                  <a:pt x="1553750" y="93703"/>
                </a:lnTo>
                <a:lnTo>
                  <a:pt x="1596147" y="112563"/>
                </a:lnTo>
                <a:lnTo>
                  <a:pt x="1637573" y="132987"/>
                </a:lnTo>
                <a:lnTo>
                  <a:pt x="1677984" y="154933"/>
                </a:lnTo>
                <a:lnTo>
                  <a:pt x="1717337" y="178362"/>
                </a:lnTo>
                <a:lnTo>
                  <a:pt x="1755589" y="203233"/>
                </a:lnTo>
                <a:lnTo>
                  <a:pt x="1792698" y="229505"/>
                </a:lnTo>
                <a:lnTo>
                  <a:pt x="1828620" y="257138"/>
                </a:lnTo>
                <a:lnTo>
                  <a:pt x="1863312" y="286091"/>
                </a:lnTo>
                <a:lnTo>
                  <a:pt x="1896731" y="316324"/>
                </a:lnTo>
                <a:lnTo>
                  <a:pt x="1928834" y="347796"/>
                </a:lnTo>
                <a:lnTo>
                  <a:pt x="1959579" y="380467"/>
                </a:lnTo>
                <a:lnTo>
                  <a:pt x="1988922" y="414296"/>
                </a:lnTo>
                <a:lnTo>
                  <a:pt x="2016819" y="449242"/>
                </a:lnTo>
                <a:lnTo>
                  <a:pt x="2043229" y="485266"/>
                </a:lnTo>
                <a:lnTo>
                  <a:pt x="2068107" y="522326"/>
                </a:lnTo>
                <a:lnTo>
                  <a:pt x="2091412" y="560382"/>
                </a:lnTo>
                <a:lnTo>
                  <a:pt x="2113099" y="599394"/>
                </a:lnTo>
                <a:lnTo>
                  <a:pt x="2133127" y="639321"/>
                </a:lnTo>
                <a:lnTo>
                  <a:pt x="2151451" y="680122"/>
                </a:lnTo>
                <a:lnTo>
                  <a:pt x="2168029" y="721757"/>
                </a:lnTo>
                <a:lnTo>
                  <a:pt x="2171613" y="73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5678525"/>
            <a:ext cx="970915" cy="1522730"/>
          </a:xfrm>
          <a:custGeom>
            <a:avLst/>
            <a:gdLst/>
            <a:ahLst/>
            <a:cxnLst/>
            <a:rect l="l" t="t" r="r" b="b"/>
            <a:pathLst>
              <a:path w="970915" h="1522729">
                <a:moveTo>
                  <a:pt x="712736" y="185445"/>
                </a:moveTo>
                <a:lnTo>
                  <a:pt x="706120" y="136144"/>
                </a:lnTo>
                <a:lnTo>
                  <a:pt x="687425" y="91846"/>
                </a:lnTo>
                <a:lnTo>
                  <a:pt x="658418" y="54317"/>
                </a:lnTo>
                <a:lnTo>
                  <a:pt x="620890" y="25323"/>
                </a:lnTo>
                <a:lnTo>
                  <a:pt x="576592" y="6629"/>
                </a:lnTo>
                <a:lnTo>
                  <a:pt x="527291" y="0"/>
                </a:lnTo>
                <a:lnTo>
                  <a:pt x="477989" y="6629"/>
                </a:lnTo>
                <a:lnTo>
                  <a:pt x="433692" y="25323"/>
                </a:lnTo>
                <a:lnTo>
                  <a:pt x="396151" y="54317"/>
                </a:lnTo>
                <a:lnTo>
                  <a:pt x="367157" y="91846"/>
                </a:lnTo>
                <a:lnTo>
                  <a:pt x="348462" y="136144"/>
                </a:lnTo>
                <a:lnTo>
                  <a:pt x="341833" y="185445"/>
                </a:lnTo>
                <a:lnTo>
                  <a:pt x="348462" y="234746"/>
                </a:lnTo>
                <a:lnTo>
                  <a:pt x="367157" y="279044"/>
                </a:lnTo>
                <a:lnTo>
                  <a:pt x="396151" y="316585"/>
                </a:lnTo>
                <a:lnTo>
                  <a:pt x="433692" y="345579"/>
                </a:lnTo>
                <a:lnTo>
                  <a:pt x="477989" y="364274"/>
                </a:lnTo>
                <a:lnTo>
                  <a:pt x="527291" y="370903"/>
                </a:lnTo>
                <a:lnTo>
                  <a:pt x="576592" y="364274"/>
                </a:lnTo>
                <a:lnTo>
                  <a:pt x="620890" y="345579"/>
                </a:lnTo>
                <a:lnTo>
                  <a:pt x="658418" y="316585"/>
                </a:lnTo>
                <a:lnTo>
                  <a:pt x="687425" y="279044"/>
                </a:lnTo>
                <a:lnTo>
                  <a:pt x="706120" y="234746"/>
                </a:lnTo>
                <a:lnTo>
                  <a:pt x="712736" y="185445"/>
                </a:lnTo>
                <a:close/>
              </a:path>
              <a:path w="970915" h="1522729">
                <a:moveTo>
                  <a:pt x="970826" y="1450898"/>
                </a:moveTo>
                <a:lnTo>
                  <a:pt x="969772" y="1402791"/>
                </a:lnTo>
                <a:lnTo>
                  <a:pt x="966647" y="1355229"/>
                </a:lnTo>
                <a:lnTo>
                  <a:pt x="961491" y="1308239"/>
                </a:lnTo>
                <a:lnTo>
                  <a:pt x="954341" y="1261884"/>
                </a:lnTo>
                <a:lnTo>
                  <a:pt x="945248" y="1216190"/>
                </a:lnTo>
                <a:lnTo>
                  <a:pt x="934262" y="1171219"/>
                </a:lnTo>
                <a:lnTo>
                  <a:pt x="921410" y="1126998"/>
                </a:lnTo>
                <a:lnTo>
                  <a:pt x="906754" y="1083589"/>
                </a:lnTo>
                <a:lnTo>
                  <a:pt x="890333" y="1041019"/>
                </a:lnTo>
                <a:lnTo>
                  <a:pt x="872185" y="999337"/>
                </a:lnTo>
                <a:lnTo>
                  <a:pt x="852347" y="958596"/>
                </a:lnTo>
                <a:lnTo>
                  <a:pt x="830884" y="918832"/>
                </a:lnTo>
                <a:lnTo>
                  <a:pt x="807821" y="880084"/>
                </a:lnTo>
                <a:lnTo>
                  <a:pt x="783221" y="842416"/>
                </a:lnTo>
                <a:lnTo>
                  <a:pt x="757110" y="805840"/>
                </a:lnTo>
                <a:lnTo>
                  <a:pt x="729538" y="770432"/>
                </a:lnTo>
                <a:lnTo>
                  <a:pt x="700544" y="736206"/>
                </a:lnTo>
                <a:lnTo>
                  <a:pt x="670179" y="703237"/>
                </a:lnTo>
                <a:lnTo>
                  <a:pt x="638492" y="671537"/>
                </a:lnTo>
                <a:lnTo>
                  <a:pt x="605510" y="641184"/>
                </a:lnTo>
                <a:lnTo>
                  <a:pt x="571296" y="612190"/>
                </a:lnTo>
                <a:lnTo>
                  <a:pt x="535876" y="584619"/>
                </a:lnTo>
                <a:lnTo>
                  <a:pt x="499313" y="558507"/>
                </a:lnTo>
                <a:lnTo>
                  <a:pt x="461632" y="533895"/>
                </a:lnTo>
                <a:lnTo>
                  <a:pt x="422884" y="510844"/>
                </a:lnTo>
                <a:lnTo>
                  <a:pt x="383120" y="489369"/>
                </a:lnTo>
                <a:lnTo>
                  <a:pt x="342379" y="469544"/>
                </a:lnTo>
                <a:lnTo>
                  <a:pt x="300710" y="451396"/>
                </a:lnTo>
                <a:lnTo>
                  <a:pt x="258140" y="434975"/>
                </a:lnTo>
                <a:lnTo>
                  <a:pt x="214718" y="420306"/>
                </a:lnTo>
                <a:lnTo>
                  <a:pt x="170510" y="407466"/>
                </a:lnTo>
                <a:lnTo>
                  <a:pt x="125539" y="396481"/>
                </a:lnTo>
                <a:lnTo>
                  <a:pt x="79844" y="387388"/>
                </a:lnTo>
                <a:lnTo>
                  <a:pt x="33489" y="380238"/>
                </a:lnTo>
                <a:lnTo>
                  <a:pt x="0" y="376567"/>
                </a:lnTo>
                <a:lnTo>
                  <a:pt x="0" y="1522387"/>
                </a:lnTo>
                <a:lnTo>
                  <a:pt x="968235" y="1522387"/>
                </a:lnTo>
                <a:lnTo>
                  <a:pt x="969772" y="1499006"/>
                </a:lnTo>
                <a:lnTo>
                  <a:pt x="970826" y="1450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20558" y="0"/>
            <a:ext cx="781050" cy="786765"/>
          </a:xfrm>
          <a:custGeom>
            <a:avLst/>
            <a:gdLst/>
            <a:ahLst/>
            <a:cxnLst/>
            <a:rect l="l" t="t" r="r" b="b"/>
            <a:pathLst>
              <a:path w="781050" h="786765">
                <a:moveTo>
                  <a:pt x="720000" y="786589"/>
                </a:moveTo>
                <a:lnTo>
                  <a:pt x="672659" y="785057"/>
                </a:lnTo>
                <a:lnTo>
                  <a:pt x="626137" y="780526"/>
                </a:lnTo>
                <a:lnTo>
                  <a:pt x="580527" y="773090"/>
                </a:lnTo>
                <a:lnTo>
                  <a:pt x="535924" y="762844"/>
                </a:lnTo>
                <a:lnTo>
                  <a:pt x="492424" y="749882"/>
                </a:lnTo>
                <a:lnTo>
                  <a:pt x="450121" y="734301"/>
                </a:lnTo>
                <a:lnTo>
                  <a:pt x="409110" y="716194"/>
                </a:lnTo>
                <a:lnTo>
                  <a:pt x="369485" y="695657"/>
                </a:lnTo>
                <a:lnTo>
                  <a:pt x="331343" y="672784"/>
                </a:lnTo>
                <a:lnTo>
                  <a:pt x="294777" y="647670"/>
                </a:lnTo>
                <a:lnTo>
                  <a:pt x="259883" y="620411"/>
                </a:lnTo>
                <a:lnTo>
                  <a:pt x="226755" y="591100"/>
                </a:lnTo>
                <a:lnTo>
                  <a:pt x="195488" y="559833"/>
                </a:lnTo>
                <a:lnTo>
                  <a:pt x="166177" y="526706"/>
                </a:lnTo>
                <a:lnTo>
                  <a:pt x="138918" y="491811"/>
                </a:lnTo>
                <a:lnTo>
                  <a:pt x="113804" y="455245"/>
                </a:lnTo>
                <a:lnTo>
                  <a:pt x="90931" y="417103"/>
                </a:lnTo>
                <a:lnTo>
                  <a:pt x="70394" y="377479"/>
                </a:lnTo>
                <a:lnTo>
                  <a:pt x="52287" y="336467"/>
                </a:lnTo>
                <a:lnTo>
                  <a:pt x="36706" y="294164"/>
                </a:lnTo>
                <a:lnTo>
                  <a:pt x="23744" y="250664"/>
                </a:lnTo>
                <a:lnTo>
                  <a:pt x="13498" y="206061"/>
                </a:lnTo>
                <a:lnTo>
                  <a:pt x="6062" y="160451"/>
                </a:lnTo>
                <a:lnTo>
                  <a:pt x="1531" y="113929"/>
                </a:lnTo>
                <a:lnTo>
                  <a:pt x="0" y="66589"/>
                </a:lnTo>
                <a:lnTo>
                  <a:pt x="1531" y="19248"/>
                </a:lnTo>
                <a:lnTo>
                  <a:pt x="3406" y="0"/>
                </a:lnTo>
                <a:lnTo>
                  <a:pt x="780565" y="0"/>
                </a:lnTo>
                <a:lnTo>
                  <a:pt x="780565" y="783769"/>
                </a:lnTo>
                <a:lnTo>
                  <a:pt x="767340" y="785057"/>
                </a:lnTo>
                <a:lnTo>
                  <a:pt x="720000" y="7865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720090" cy="861694"/>
          </a:xfrm>
          <a:custGeom>
            <a:avLst/>
            <a:gdLst/>
            <a:ahLst/>
            <a:cxnLst/>
            <a:rect l="l" t="t" r="r" b="b"/>
            <a:pathLst>
              <a:path w="720090" h="861694">
                <a:moveTo>
                  <a:pt x="233717" y="861478"/>
                </a:moveTo>
                <a:lnTo>
                  <a:pt x="186883" y="859252"/>
                </a:lnTo>
                <a:lnTo>
                  <a:pt x="141311" y="852709"/>
                </a:lnTo>
                <a:lnTo>
                  <a:pt x="97201" y="842055"/>
                </a:lnTo>
                <a:lnTo>
                  <a:pt x="54759" y="827491"/>
                </a:lnTo>
                <a:lnTo>
                  <a:pt x="14187" y="809223"/>
                </a:lnTo>
                <a:lnTo>
                  <a:pt x="0" y="801200"/>
                </a:lnTo>
                <a:lnTo>
                  <a:pt x="0" y="0"/>
                </a:lnTo>
                <a:lnTo>
                  <a:pt x="542333" y="0"/>
                </a:lnTo>
                <a:lnTo>
                  <a:pt x="561697" y="16163"/>
                </a:lnTo>
                <a:lnTo>
                  <a:pt x="592747" y="47213"/>
                </a:lnTo>
                <a:lnTo>
                  <a:pt x="620908" y="80950"/>
                </a:lnTo>
                <a:lnTo>
                  <a:pt x="645975" y="117168"/>
                </a:lnTo>
                <a:lnTo>
                  <a:pt x="667744" y="155665"/>
                </a:lnTo>
                <a:lnTo>
                  <a:pt x="686013" y="196237"/>
                </a:lnTo>
                <a:lnTo>
                  <a:pt x="700576" y="238679"/>
                </a:lnTo>
                <a:lnTo>
                  <a:pt x="711231" y="282789"/>
                </a:lnTo>
                <a:lnTo>
                  <a:pt x="717773" y="328362"/>
                </a:lnTo>
                <a:lnTo>
                  <a:pt x="719999" y="375194"/>
                </a:lnTo>
                <a:lnTo>
                  <a:pt x="717773" y="422027"/>
                </a:lnTo>
                <a:lnTo>
                  <a:pt x="711231" y="467599"/>
                </a:lnTo>
                <a:lnTo>
                  <a:pt x="700576" y="511709"/>
                </a:lnTo>
                <a:lnTo>
                  <a:pt x="686013" y="554151"/>
                </a:lnTo>
                <a:lnTo>
                  <a:pt x="667744" y="594723"/>
                </a:lnTo>
                <a:lnTo>
                  <a:pt x="645975" y="633220"/>
                </a:lnTo>
                <a:lnTo>
                  <a:pt x="620908" y="669439"/>
                </a:lnTo>
                <a:lnTo>
                  <a:pt x="592747" y="703175"/>
                </a:lnTo>
                <a:lnTo>
                  <a:pt x="561697" y="734225"/>
                </a:lnTo>
                <a:lnTo>
                  <a:pt x="527960" y="762386"/>
                </a:lnTo>
                <a:lnTo>
                  <a:pt x="491742" y="787453"/>
                </a:lnTo>
                <a:lnTo>
                  <a:pt x="453245" y="809223"/>
                </a:lnTo>
                <a:lnTo>
                  <a:pt x="412673" y="827491"/>
                </a:lnTo>
                <a:lnTo>
                  <a:pt x="370231" y="842055"/>
                </a:lnTo>
                <a:lnTo>
                  <a:pt x="326121" y="852709"/>
                </a:lnTo>
                <a:lnTo>
                  <a:pt x="280548" y="859252"/>
                </a:lnTo>
                <a:lnTo>
                  <a:pt x="233717" y="861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0000" y="6601076"/>
            <a:ext cx="657224" cy="5998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97673"/>
            <a:ext cx="1428749" cy="273367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720601" y="1553792"/>
            <a:ext cx="4442460" cy="494030"/>
          </a:xfrm>
          <a:custGeom>
            <a:avLst/>
            <a:gdLst/>
            <a:ahLst/>
            <a:cxnLst/>
            <a:rect l="l" t="t" r="r" b="b"/>
            <a:pathLst>
              <a:path w="4442459" h="494030">
                <a:moveTo>
                  <a:pt x="4195603" y="493765"/>
                </a:moveTo>
                <a:lnTo>
                  <a:pt x="246882" y="493765"/>
                </a:lnTo>
                <a:lnTo>
                  <a:pt x="198493" y="488977"/>
                </a:lnTo>
                <a:lnTo>
                  <a:pt x="152404" y="474972"/>
                </a:lnTo>
                <a:lnTo>
                  <a:pt x="109911" y="452286"/>
                </a:lnTo>
                <a:lnTo>
                  <a:pt x="72310" y="421455"/>
                </a:lnTo>
                <a:lnTo>
                  <a:pt x="41479" y="383853"/>
                </a:lnTo>
                <a:lnTo>
                  <a:pt x="18792" y="341360"/>
                </a:lnTo>
                <a:lnTo>
                  <a:pt x="4787" y="295272"/>
                </a:lnTo>
                <a:lnTo>
                  <a:pt x="0" y="246882"/>
                </a:lnTo>
                <a:lnTo>
                  <a:pt x="4787" y="198493"/>
                </a:lnTo>
                <a:lnTo>
                  <a:pt x="18792" y="152404"/>
                </a:lnTo>
                <a:lnTo>
                  <a:pt x="41479" y="109911"/>
                </a:lnTo>
                <a:lnTo>
                  <a:pt x="72310" y="72310"/>
                </a:lnTo>
                <a:lnTo>
                  <a:pt x="109911" y="41479"/>
                </a:lnTo>
                <a:lnTo>
                  <a:pt x="152404" y="18792"/>
                </a:lnTo>
                <a:lnTo>
                  <a:pt x="198493" y="4787"/>
                </a:lnTo>
                <a:lnTo>
                  <a:pt x="246882" y="0"/>
                </a:lnTo>
                <a:lnTo>
                  <a:pt x="4195603" y="0"/>
                </a:lnTo>
                <a:lnTo>
                  <a:pt x="4243992" y="4787"/>
                </a:lnTo>
                <a:lnTo>
                  <a:pt x="4290081" y="18792"/>
                </a:lnTo>
                <a:lnTo>
                  <a:pt x="4332574" y="41479"/>
                </a:lnTo>
                <a:lnTo>
                  <a:pt x="4370175" y="72310"/>
                </a:lnTo>
                <a:lnTo>
                  <a:pt x="4401007" y="109911"/>
                </a:lnTo>
                <a:lnTo>
                  <a:pt x="4423693" y="152404"/>
                </a:lnTo>
                <a:lnTo>
                  <a:pt x="4437698" y="198493"/>
                </a:lnTo>
                <a:lnTo>
                  <a:pt x="4441958" y="241549"/>
                </a:lnTo>
                <a:lnTo>
                  <a:pt x="4441958" y="252215"/>
                </a:lnTo>
                <a:lnTo>
                  <a:pt x="4437698" y="295272"/>
                </a:lnTo>
                <a:lnTo>
                  <a:pt x="4423693" y="341360"/>
                </a:lnTo>
                <a:lnTo>
                  <a:pt x="4401007" y="383853"/>
                </a:lnTo>
                <a:lnTo>
                  <a:pt x="4370175" y="421455"/>
                </a:lnTo>
                <a:lnTo>
                  <a:pt x="4332574" y="452286"/>
                </a:lnTo>
                <a:lnTo>
                  <a:pt x="4290081" y="474972"/>
                </a:lnTo>
                <a:lnTo>
                  <a:pt x="4243992" y="488977"/>
                </a:lnTo>
                <a:lnTo>
                  <a:pt x="4195603" y="4937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17490" y="1633770"/>
            <a:ext cx="104902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b="1" spc="-10" dirty="0">
                <a:latin typeface="Comic Sans MS"/>
                <a:cs typeface="Comic Sans MS"/>
              </a:rPr>
              <a:t>FALSE()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15383" y="192222"/>
            <a:ext cx="4309110" cy="528320"/>
          </a:xfrm>
          <a:custGeom>
            <a:avLst/>
            <a:gdLst/>
            <a:ahLst/>
            <a:cxnLst/>
            <a:rect l="l" t="t" r="r" b="b"/>
            <a:pathLst>
              <a:path w="4309109" h="528320">
                <a:moveTo>
                  <a:pt x="4045440" y="527777"/>
                </a:moveTo>
                <a:lnTo>
                  <a:pt x="263888" y="527777"/>
                </a:lnTo>
                <a:lnTo>
                  <a:pt x="216454" y="523525"/>
                </a:lnTo>
                <a:lnTo>
                  <a:pt x="171809" y="511267"/>
                </a:lnTo>
                <a:lnTo>
                  <a:pt x="130699" y="491748"/>
                </a:lnTo>
                <a:lnTo>
                  <a:pt x="93868" y="465714"/>
                </a:lnTo>
                <a:lnTo>
                  <a:pt x="62063" y="433908"/>
                </a:lnTo>
                <a:lnTo>
                  <a:pt x="36028" y="397078"/>
                </a:lnTo>
                <a:lnTo>
                  <a:pt x="16509" y="355967"/>
                </a:lnTo>
                <a:lnTo>
                  <a:pt x="4251" y="311322"/>
                </a:lnTo>
                <a:lnTo>
                  <a:pt x="0" y="263888"/>
                </a:lnTo>
                <a:lnTo>
                  <a:pt x="4251" y="216454"/>
                </a:lnTo>
                <a:lnTo>
                  <a:pt x="16509" y="171809"/>
                </a:lnTo>
                <a:lnTo>
                  <a:pt x="36028" y="130699"/>
                </a:lnTo>
                <a:lnTo>
                  <a:pt x="62063" y="93868"/>
                </a:lnTo>
                <a:lnTo>
                  <a:pt x="93868" y="62063"/>
                </a:lnTo>
                <a:lnTo>
                  <a:pt x="130699" y="36028"/>
                </a:lnTo>
                <a:lnTo>
                  <a:pt x="171809" y="16509"/>
                </a:lnTo>
                <a:lnTo>
                  <a:pt x="216454" y="4251"/>
                </a:lnTo>
                <a:lnTo>
                  <a:pt x="263888" y="0"/>
                </a:lnTo>
                <a:lnTo>
                  <a:pt x="4045440" y="0"/>
                </a:lnTo>
                <a:lnTo>
                  <a:pt x="4092874" y="4251"/>
                </a:lnTo>
                <a:lnTo>
                  <a:pt x="4137519" y="16509"/>
                </a:lnTo>
                <a:lnTo>
                  <a:pt x="4178630" y="36028"/>
                </a:lnTo>
                <a:lnTo>
                  <a:pt x="4215460" y="62063"/>
                </a:lnTo>
                <a:lnTo>
                  <a:pt x="4247266" y="93868"/>
                </a:lnTo>
                <a:lnTo>
                  <a:pt x="4273300" y="130699"/>
                </a:lnTo>
                <a:lnTo>
                  <a:pt x="4292820" y="171809"/>
                </a:lnTo>
                <a:lnTo>
                  <a:pt x="4305077" y="216454"/>
                </a:lnTo>
                <a:lnTo>
                  <a:pt x="4308806" y="258056"/>
                </a:lnTo>
                <a:lnTo>
                  <a:pt x="4308806" y="269720"/>
                </a:lnTo>
                <a:lnTo>
                  <a:pt x="4305077" y="311322"/>
                </a:lnTo>
                <a:lnTo>
                  <a:pt x="4292820" y="355967"/>
                </a:lnTo>
                <a:lnTo>
                  <a:pt x="4273300" y="397078"/>
                </a:lnTo>
                <a:lnTo>
                  <a:pt x="4247266" y="433908"/>
                </a:lnTo>
                <a:lnTo>
                  <a:pt x="4215460" y="465714"/>
                </a:lnTo>
                <a:lnTo>
                  <a:pt x="4178630" y="491748"/>
                </a:lnTo>
                <a:lnTo>
                  <a:pt x="4137519" y="511267"/>
                </a:lnTo>
                <a:lnTo>
                  <a:pt x="4092874" y="523525"/>
                </a:lnTo>
                <a:lnTo>
                  <a:pt x="4045440" y="5277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70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95"/>
              </a:spcBef>
            </a:pPr>
            <a:r>
              <a:rPr b="0" spc="385" dirty="0">
                <a:latin typeface="Times New Roman"/>
                <a:cs typeface="Times New Roman"/>
              </a:rPr>
              <a:t> </a:t>
            </a:r>
            <a:r>
              <a:rPr spc="-10" dirty="0"/>
              <a:t>FALSE</a:t>
            </a:r>
          </a:p>
        </p:txBody>
      </p:sp>
      <p:sp>
        <p:nvSpPr>
          <p:cNvPr id="14" name="object 14"/>
          <p:cNvSpPr/>
          <p:nvPr/>
        </p:nvSpPr>
        <p:spPr>
          <a:xfrm>
            <a:off x="1393344" y="861478"/>
            <a:ext cx="7249795" cy="549910"/>
          </a:xfrm>
          <a:custGeom>
            <a:avLst/>
            <a:gdLst/>
            <a:ahLst/>
            <a:cxnLst/>
            <a:rect l="l" t="t" r="r" b="b"/>
            <a:pathLst>
              <a:path w="7249795" h="549910">
                <a:moveTo>
                  <a:pt x="6974748" y="549438"/>
                </a:moveTo>
                <a:lnTo>
                  <a:pt x="274719" y="549438"/>
                </a:lnTo>
                <a:lnTo>
                  <a:pt x="220874" y="544111"/>
                </a:lnTo>
                <a:lnTo>
                  <a:pt x="169588" y="528527"/>
                </a:lnTo>
                <a:lnTo>
                  <a:pt x="122305" y="503282"/>
                </a:lnTo>
                <a:lnTo>
                  <a:pt x="80463" y="468975"/>
                </a:lnTo>
                <a:lnTo>
                  <a:pt x="46156" y="427134"/>
                </a:lnTo>
                <a:lnTo>
                  <a:pt x="20911" y="379850"/>
                </a:lnTo>
                <a:lnTo>
                  <a:pt x="5327" y="328564"/>
                </a:lnTo>
                <a:lnTo>
                  <a:pt x="0" y="274719"/>
                </a:lnTo>
                <a:lnTo>
                  <a:pt x="5327" y="220874"/>
                </a:lnTo>
                <a:lnTo>
                  <a:pt x="20911" y="169588"/>
                </a:lnTo>
                <a:lnTo>
                  <a:pt x="46156" y="122304"/>
                </a:lnTo>
                <a:lnTo>
                  <a:pt x="80463" y="80463"/>
                </a:lnTo>
                <a:lnTo>
                  <a:pt x="122305" y="46156"/>
                </a:lnTo>
                <a:lnTo>
                  <a:pt x="169588" y="20911"/>
                </a:lnTo>
                <a:lnTo>
                  <a:pt x="220874" y="5327"/>
                </a:lnTo>
                <a:lnTo>
                  <a:pt x="274719" y="0"/>
                </a:lnTo>
                <a:lnTo>
                  <a:pt x="6974748" y="0"/>
                </a:lnTo>
                <a:lnTo>
                  <a:pt x="7028594" y="5327"/>
                </a:lnTo>
                <a:lnTo>
                  <a:pt x="7079879" y="20911"/>
                </a:lnTo>
                <a:lnTo>
                  <a:pt x="7127163" y="46156"/>
                </a:lnTo>
                <a:lnTo>
                  <a:pt x="7169004" y="80463"/>
                </a:lnTo>
                <a:lnTo>
                  <a:pt x="7203311" y="122304"/>
                </a:lnTo>
                <a:lnTo>
                  <a:pt x="7228556" y="169588"/>
                </a:lnTo>
                <a:lnTo>
                  <a:pt x="7244140" y="220874"/>
                </a:lnTo>
                <a:lnTo>
                  <a:pt x="7249468" y="274719"/>
                </a:lnTo>
                <a:lnTo>
                  <a:pt x="7244140" y="328564"/>
                </a:lnTo>
                <a:lnTo>
                  <a:pt x="7228556" y="379850"/>
                </a:lnTo>
                <a:lnTo>
                  <a:pt x="7203311" y="427134"/>
                </a:lnTo>
                <a:lnTo>
                  <a:pt x="7169004" y="468975"/>
                </a:lnTo>
                <a:lnTo>
                  <a:pt x="7127163" y="503282"/>
                </a:lnTo>
                <a:lnTo>
                  <a:pt x="7079879" y="528527"/>
                </a:lnTo>
                <a:lnTo>
                  <a:pt x="7028594" y="544111"/>
                </a:lnTo>
                <a:lnTo>
                  <a:pt x="6974748" y="5494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61626" y="2428557"/>
            <a:ext cx="5951855" cy="920750"/>
          </a:xfrm>
          <a:custGeom>
            <a:avLst/>
            <a:gdLst/>
            <a:ahLst/>
            <a:cxnLst/>
            <a:rect l="l" t="t" r="r" b="b"/>
            <a:pathLst>
              <a:path w="5951855" h="920750">
                <a:moveTo>
                  <a:pt x="5618208" y="920559"/>
                </a:moveTo>
                <a:lnTo>
                  <a:pt x="333374" y="920559"/>
                </a:lnTo>
                <a:lnTo>
                  <a:pt x="284111" y="916945"/>
                </a:lnTo>
                <a:lnTo>
                  <a:pt x="237092" y="906444"/>
                </a:lnTo>
                <a:lnTo>
                  <a:pt x="192832" y="889575"/>
                </a:lnTo>
                <a:lnTo>
                  <a:pt x="151848" y="866850"/>
                </a:lnTo>
                <a:lnTo>
                  <a:pt x="114656" y="838788"/>
                </a:lnTo>
                <a:lnTo>
                  <a:pt x="81771" y="805903"/>
                </a:lnTo>
                <a:lnTo>
                  <a:pt x="53708" y="768710"/>
                </a:lnTo>
                <a:lnTo>
                  <a:pt x="30984" y="727727"/>
                </a:lnTo>
                <a:lnTo>
                  <a:pt x="14114" y="683467"/>
                </a:lnTo>
                <a:lnTo>
                  <a:pt x="3614" y="636448"/>
                </a:lnTo>
                <a:lnTo>
                  <a:pt x="0" y="587184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2" y="14114"/>
                </a:lnTo>
                <a:lnTo>
                  <a:pt x="284111" y="3614"/>
                </a:lnTo>
                <a:lnTo>
                  <a:pt x="333375" y="0"/>
                </a:lnTo>
                <a:lnTo>
                  <a:pt x="5618207" y="0"/>
                </a:lnTo>
                <a:lnTo>
                  <a:pt x="5667471" y="3614"/>
                </a:lnTo>
                <a:lnTo>
                  <a:pt x="5714491" y="14114"/>
                </a:lnTo>
                <a:lnTo>
                  <a:pt x="5758750" y="30984"/>
                </a:lnTo>
                <a:lnTo>
                  <a:pt x="5799734" y="53708"/>
                </a:lnTo>
                <a:lnTo>
                  <a:pt x="5836926" y="81771"/>
                </a:lnTo>
                <a:lnTo>
                  <a:pt x="5869811" y="114656"/>
                </a:lnTo>
                <a:lnTo>
                  <a:pt x="5897874" y="151848"/>
                </a:lnTo>
                <a:lnTo>
                  <a:pt x="5920598" y="192832"/>
                </a:lnTo>
                <a:lnTo>
                  <a:pt x="5937468" y="237091"/>
                </a:lnTo>
                <a:lnTo>
                  <a:pt x="5947968" y="284111"/>
                </a:lnTo>
                <a:lnTo>
                  <a:pt x="5951275" y="329182"/>
                </a:lnTo>
                <a:lnTo>
                  <a:pt x="5951275" y="591377"/>
                </a:lnTo>
                <a:lnTo>
                  <a:pt x="5947968" y="636448"/>
                </a:lnTo>
                <a:lnTo>
                  <a:pt x="5937468" y="683467"/>
                </a:lnTo>
                <a:lnTo>
                  <a:pt x="5920598" y="727727"/>
                </a:lnTo>
                <a:lnTo>
                  <a:pt x="5897874" y="768710"/>
                </a:lnTo>
                <a:lnTo>
                  <a:pt x="5869811" y="805903"/>
                </a:lnTo>
                <a:lnTo>
                  <a:pt x="5836926" y="838788"/>
                </a:lnTo>
                <a:lnTo>
                  <a:pt x="5799734" y="866850"/>
                </a:lnTo>
                <a:lnTo>
                  <a:pt x="5758750" y="889575"/>
                </a:lnTo>
                <a:lnTo>
                  <a:pt x="5714491" y="906444"/>
                </a:lnTo>
                <a:lnTo>
                  <a:pt x="5667471" y="916945"/>
                </a:lnTo>
                <a:lnTo>
                  <a:pt x="5618208" y="920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4492" y="3730117"/>
            <a:ext cx="5238749" cy="4571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898865" y="988596"/>
            <a:ext cx="6101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omic Sans MS"/>
                <a:cs typeface="Comic Sans MS"/>
              </a:rPr>
              <a:t>The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FALSE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function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in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DAX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returns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the</a:t>
            </a:r>
            <a:r>
              <a:rPr sz="1600" b="1" spc="-40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logical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dirty="0">
                <a:latin typeface="Comic Sans MS"/>
                <a:cs typeface="Comic Sans MS"/>
              </a:rPr>
              <a:t>value</a:t>
            </a:r>
            <a:r>
              <a:rPr sz="1600" b="1" spc="-45" dirty="0">
                <a:latin typeface="Comic Sans MS"/>
                <a:cs typeface="Comic Sans MS"/>
              </a:rPr>
              <a:t> </a:t>
            </a:r>
            <a:r>
              <a:rPr sz="1600" b="1" spc="-10" dirty="0">
                <a:latin typeface="Comic Sans MS"/>
                <a:cs typeface="Comic Sans MS"/>
              </a:rPr>
              <a:t>FALSE.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7867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1788472" y="1602505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omic Sans MS"/>
                <a:cs typeface="Comic Sans MS"/>
              </a:rPr>
              <a:t>Syntax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5335" y="2412746"/>
            <a:ext cx="1019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omic Sans MS"/>
                <a:cs typeface="Comic Sans MS"/>
              </a:rPr>
              <a:t>Example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97456" y="2502020"/>
            <a:ext cx="56800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Comic Sans MS"/>
                <a:cs typeface="Comic Sans MS"/>
              </a:rPr>
              <a:t>The</a:t>
            </a:r>
            <a:r>
              <a:rPr sz="1600" spc="-4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FALSE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function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is</a:t>
            </a:r>
            <a:r>
              <a:rPr sz="1600" spc="-4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often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used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within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other</a:t>
            </a:r>
            <a:r>
              <a:rPr sz="1600" spc="-4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functions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spc="-25" dirty="0">
                <a:latin typeface="Comic Sans MS"/>
                <a:cs typeface="Comic Sans MS"/>
              </a:rPr>
              <a:t>or </a:t>
            </a:r>
            <a:r>
              <a:rPr sz="1600" dirty="0">
                <a:latin typeface="Comic Sans MS"/>
                <a:cs typeface="Comic Sans MS"/>
              </a:rPr>
              <a:t>expressions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to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represent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a</a:t>
            </a:r>
            <a:r>
              <a:rPr sz="1600" spc="-3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logical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condition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that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is</a:t>
            </a:r>
            <a:r>
              <a:rPr sz="1600" spc="-3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always </a:t>
            </a:r>
            <a:r>
              <a:rPr sz="1600" dirty="0">
                <a:latin typeface="Comic Sans MS"/>
                <a:cs typeface="Comic Sans MS"/>
              </a:rPr>
              <a:t>false.</a:t>
            </a:r>
            <a:r>
              <a:rPr sz="1600" spc="-3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For</a:t>
            </a:r>
            <a:r>
              <a:rPr sz="1600" spc="-3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example: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1946" y="4516855"/>
            <a:ext cx="588581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1400" dirty="0">
                <a:latin typeface="Comic Sans MS"/>
                <a:cs typeface="Comic Sans MS"/>
              </a:rPr>
              <a:t>In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this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example,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the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IF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function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checks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if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the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Quantity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column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in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spc="-20" dirty="0">
                <a:latin typeface="Comic Sans MS"/>
                <a:cs typeface="Comic Sans MS"/>
              </a:rPr>
              <a:t>each </a:t>
            </a:r>
            <a:r>
              <a:rPr sz="1400" dirty="0">
                <a:latin typeface="Comic Sans MS"/>
                <a:cs typeface="Comic Sans MS"/>
              </a:rPr>
              <a:t>row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of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the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Orders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table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is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greater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than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10.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If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the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condition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is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spc="-20" dirty="0">
                <a:latin typeface="Comic Sans MS"/>
                <a:cs typeface="Comic Sans MS"/>
              </a:rPr>
              <a:t>true </a:t>
            </a:r>
            <a:r>
              <a:rPr sz="1400" dirty="0">
                <a:latin typeface="Comic Sans MS"/>
                <a:cs typeface="Comic Sans MS"/>
              </a:rPr>
              <a:t>(Quantity</a:t>
            </a:r>
            <a:r>
              <a:rPr sz="1400" spc="-5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&gt;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10),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it</a:t>
            </a:r>
            <a:r>
              <a:rPr sz="1400" spc="-5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returns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FALSE.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Otherwise,</a:t>
            </a:r>
            <a:r>
              <a:rPr sz="1400" spc="-5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it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returns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spc="-20" dirty="0">
                <a:latin typeface="Comic Sans MS"/>
                <a:cs typeface="Comic Sans MS"/>
              </a:rPr>
              <a:t>TRUE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93810" y="3367624"/>
            <a:ext cx="166179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latin typeface="Comic Sans MS"/>
                <a:cs typeface="Comic Sans MS"/>
              </a:rPr>
              <a:t>by</a:t>
            </a:r>
            <a:r>
              <a:rPr sz="1400" b="1" spc="1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creating</a:t>
            </a:r>
            <a:r>
              <a:rPr sz="1400" b="1" spc="20" dirty="0">
                <a:latin typeface="Comic Sans MS"/>
                <a:cs typeface="Comic Sans MS"/>
              </a:rPr>
              <a:t> </a:t>
            </a:r>
            <a:r>
              <a:rPr sz="1400" b="1" spc="-10" dirty="0">
                <a:latin typeface="Comic Sans MS"/>
                <a:cs typeface="Comic Sans MS"/>
              </a:rPr>
              <a:t>column</a:t>
            </a:r>
            <a:endParaRPr sz="1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7911" y="243749"/>
            <a:ext cx="3576320" cy="1687195"/>
          </a:xfrm>
          <a:custGeom>
            <a:avLst/>
            <a:gdLst/>
            <a:ahLst/>
            <a:cxnLst/>
            <a:rect l="l" t="t" r="r" b="b"/>
            <a:pathLst>
              <a:path w="3576320" h="1687195">
                <a:moveTo>
                  <a:pt x="207175" y="1686760"/>
                </a:moveTo>
                <a:lnTo>
                  <a:pt x="207175" y="1449267"/>
                </a:lnTo>
                <a:lnTo>
                  <a:pt x="183204" y="1437019"/>
                </a:lnTo>
                <a:lnTo>
                  <a:pt x="160323" y="1422484"/>
                </a:lnTo>
                <a:lnTo>
                  <a:pt x="118161" y="1384359"/>
                </a:lnTo>
                <a:lnTo>
                  <a:pt x="81358" y="1330508"/>
                </a:lnTo>
                <a:lnTo>
                  <a:pt x="50583" y="1256545"/>
                </a:lnTo>
                <a:lnTo>
                  <a:pt x="37664" y="1210651"/>
                </a:lnTo>
                <a:lnTo>
                  <a:pt x="26504" y="1158084"/>
                </a:lnTo>
                <a:lnTo>
                  <a:pt x="17186" y="1098297"/>
                </a:lnTo>
                <a:lnTo>
                  <a:pt x="9792" y="1030740"/>
                </a:lnTo>
                <a:lnTo>
                  <a:pt x="4408" y="954866"/>
                </a:lnTo>
                <a:lnTo>
                  <a:pt x="1115" y="870127"/>
                </a:lnTo>
                <a:lnTo>
                  <a:pt x="0" y="775974"/>
                </a:lnTo>
                <a:lnTo>
                  <a:pt x="1086" y="690778"/>
                </a:lnTo>
                <a:lnTo>
                  <a:pt x="4291" y="611647"/>
                </a:lnTo>
                <a:lnTo>
                  <a:pt x="9535" y="538384"/>
                </a:lnTo>
                <a:lnTo>
                  <a:pt x="16738" y="470794"/>
                </a:lnTo>
                <a:lnTo>
                  <a:pt x="25818" y="408681"/>
                </a:lnTo>
                <a:lnTo>
                  <a:pt x="36697" y="351850"/>
                </a:lnTo>
                <a:lnTo>
                  <a:pt x="49294" y="300104"/>
                </a:lnTo>
                <a:lnTo>
                  <a:pt x="63528" y="253248"/>
                </a:lnTo>
                <a:lnTo>
                  <a:pt x="79319" y="211086"/>
                </a:lnTo>
                <a:lnTo>
                  <a:pt x="96588" y="173422"/>
                </a:lnTo>
                <a:lnTo>
                  <a:pt x="115253" y="140061"/>
                </a:lnTo>
                <a:lnTo>
                  <a:pt x="156453" y="85461"/>
                </a:lnTo>
                <a:lnTo>
                  <a:pt x="202277" y="45722"/>
                </a:lnTo>
                <a:lnTo>
                  <a:pt x="252084" y="19276"/>
                </a:lnTo>
                <a:lnTo>
                  <a:pt x="305231" y="4558"/>
                </a:lnTo>
                <a:lnTo>
                  <a:pt x="361077" y="0"/>
                </a:lnTo>
                <a:lnTo>
                  <a:pt x="3171828" y="0"/>
                </a:lnTo>
                <a:lnTo>
                  <a:pt x="3238887" y="4558"/>
                </a:lnTo>
                <a:lnTo>
                  <a:pt x="3301120" y="19275"/>
                </a:lnTo>
                <a:lnTo>
                  <a:pt x="3358109" y="45719"/>
                </a:lnTo>
                <a:lnTo>
                  <a:pt x="3409436" y="85454"/>
                </a:lnTo>
                <a:lnTo>
                  <a:pt x="3454682" y="140046"/>
                </a:lnTo>
                <a:lnTo>
                  <a:pt x="3474894" y="173402"/>
                </a:lnTo>
                <a:lnTo>
                  <a:pt x="3493429" y="211060"/>
                </a:lnTo>
                <a:lnTo>
                  <a:pt x="3510234" y="253215"/>
                </a:lnTo>
                <a:lnTo>
                  <a:pt x="3525258" y="300063"/>
                </a:lnTo>
                <a:lnTo>
                  <a:pt x="3538449" y="351800"/>
                </a:lnTo>
                <a:lnTo>
                  <a:pt x="3549753" y="408620"/>
                </a:lnTo>
                <a:lnTo>
                  <a:pt x="3559118" y="470721"/>
                </a:lnTo>
                <a:lnTo>
                  <a:pt x="3566493" y="538297"/>
                </a:lnTo>
                <a:lnTo>
                  <a:pt x="3571825" y="611545"/>
                </a:lnTo>
                <a:lnTo>
                  <a:pt x="3575062" y="690660"/>
                </a:lnTo>
                <a:lnTo>
                  <a:pt x="3576151" y="775837"/>
                </a:lnTo>
                <a:lnTo>
                  <a:pt x="3574949" y="855299"/>
                </a:lnTo>
                <a:lnTo>
                  <a:pt x="3571382" y="929069"/>
                </a:lnTo>
                <a:lnTo>
                  <a:pt x="3565511" y="997320"/>
                </a:lnTo>
                <a:lnTo>
                  <a:pt x="3557397" y="1060228"/>
                </a:lnTo>
                <a:lnTo>
                  <a:pt x="3547100" y="1117968"/>
                </a:lnTo>
                <a:lnTo>
                  <a:pt x="3534681" y="1170715"/>
                </a:lnTo>
                <a:lnTo>
                  <a:pt x="3520199" y="1218644"/>
                </a:lnTo>
                <a:lnTo>
                  <a:pt x="3503717" y="1261930"/>
                </a:lnTo>
                <a:lnTo>
                  <a:pt x="3485293" y="1300747"/>
                </a:lnTo>
                <a:lnTo>
                  <a:pt x="3464989" y="1335271"/>
                </a:lnTo>
                <a:lnTo>
                  <a:pt x="3418981" y="1392139"/>
                </a:lnTo>
                <a:lnTo>
                  <a:pt x="3366177" y="1433933"/>
                </a:lnTo>
                <a:lnTo>
                  <a:pt x="3307060" y="1462054"/>
                </a:lnTo>
                <a:lnTo>
                  <a:pt x="3242116" y="1477899"/>
                </a:lnTo>
                <a:lnTo>
                  <a:pt x="3171828" y="1482870"/>
                </a:lnTo>
                <a:lnTo>
                  <a:pt x="452413" y="1482870"/>
                </a:lnTo>
                <a:lnTo>
                  <a:pt x="207175" y="1686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04628" y="458888"/>
            <a:ext cx="3402965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</a:pPr>
            <a:r>
              <a:rPr sz="1850" dirty="0">
                <a:latin typeface="Comic Sans MS"/>
                <a:cs typeface="Comic Sans MS"/>
              </a:rPr>
              <a:t>Thank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you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joining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me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today </a:t>
            </a:r>
            <a:r>
              <a:rPr sz="1850" dirty="0">
                <a:latin typeface="Comic Sans MS"/>
                <a:cs typeface="Comic Sans MS"/>
              </a:rPr>
              <a:t>to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learn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about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Part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-</a:t>
            </a:r>
            <a:r>
              <a:rPr sz="1850" dirty="0">
                <a:latin typeface="Comic Sans MS"/>
                <a:cs typeface="Comic Sans MS"/>
              </a:rPr>
              <a:t>27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of </a:t>
            </a:r>
            <a:r>
              <a:rPr sz="1850" dirty="0">
                <a:latin typeface="Comic Sans MS"/>
                <a:cs typeface="Comic Sans MS"/>
              </a:rPr>
              <a:t>Power</a:t>
            </a:r>
            <a:r>
              <a:rPr sz="1850" spc="-80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BI!</a:t>
            </a:r>
            <a:endParaRPr sz="185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2974" y="1411250"/>
            <a:ext cx="7635875" cy="4381500"/>
            <a:chOff x="842974" y="1411250"/>
            <a:chExt cx="7635875" cy="4381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974" y="1411250"/>
              <a:ext cx="1943099" cy="4381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09652" y="1930510"/>
              <a:ext cx="4768850" cy="1818005"/>
            </a:xfrm>
            <a:custGeom>
              <a:avLst/>
              <a:gdLst/>
              <a:ahLst/>
              <a:cxnLst/>
              <a:rect l="l" t="t" r="r" b="b"/>
              <a:pathLst>
                <a:path w="4768850" h="1818004">
                  <a:moveTo>
                    <a:pt x="280662" y="1817736"/>
                  </a:moveTo>
                  <a:lnTo>
                    <a:pt x="280662" y="1496000"/>
                  </a:lnTo>
                  <a:lnTo>
                    <a:pt x="251935" y="1481549"/>
                  </a:lnTo>
                  <a:lnTo>
                    <a:pt x="197973" y="1446144"/>
                  </a:lnTo>
                  <a:lnTo>
                    <a:pt x="149185" y="1400402"/>
                  </a:lnTo>
                  <a:lnTo>
                    <a:pt x="106195" y="1342320"/>
                  </a:lnTo>
                  <a:lnTo>
                    <a:pt x="87068" y="1308027"/>
                  </a:lnTo>
                  <a:lnTo>
                    <a:pt x="69625" y="1269899"/>
                  </a:lnTo>
                  <a:lnTo>
                    <a:pt x="53941" y="1227686"/>
                  </a:lnTo>
                  <a:lnTo>
                    <a:pt x="40097" y="1181137"/>
                  </a:lnTo>
                  <a:lnTo>
                    <a:pt x="28169" y="1130003"/>
                  </a:lnTo>
                  <a:lnTo>
                    <a:pt x="18235" y="1074033"/>
                  </a:lnTo>
                  <a:lnTo>
                    <a:pt x="10373" y="1012977"/>
                  </a:lnTo>
                  <a:lnTo>
                    <a:pt x="4661" y="946585"/>
                  </a:lnTo>
                  <a:lnTo>
                    <a:pt x="1176" y="874607"/>
                  </a:lnTo>
                  <a:lnTo>
                    <a:pt x="0" y="796681"/>
                  </a:lnTo>
                  <a:lnTo>
                    <a:pt x="1226" y="722847"/>
                  </a:lnTo>
                  <a:lnTo>
                    <a:pt x="4855" y="653010"/>
                  </a:lnTo>
                  <a:lnTo>
                    <a:pt x="10802" y="587204"/>
                  </a:lnTo>
                  <a:lnTo>
                    <a:pt x="18985" y="525353"/>
                  </a:lnTo>
                  <a:lnTo>
                    <a:pt x="29321" y="467380"/>
                  </a:lnTo>
                  <a:lnTo>
                    <a:pt x="41726" y="413210"/>
                  </a:lnTo>
                  <a:lnTo>
                    <a:pt x="56119" y="362766"/>
                  </a:lnTo>
                  <a:lnTo>
                    <a:pt x="72417" y="315971"/>
                  </a:lnTo>
                  <a:lnTo>
                    <a:pt x="90536" y="272749"/>
                  </a:lnTo>
                  <a:lnTo>
                    <a:pt x="110394" y="233024"/>
                  </a:lnTo>
                  <a:lnTo>
                    <a:pt x="131909" y="196718"/>
                  </a:lnTo>
                  <a:lnTo>
                    <a:pt x="154997" y="163757"/>
                  </a:lnTo>
                  <a:lnTo>
                    <a:pt x="179576" y="134062"/>
                  </a:lnTo>
                  <a:lnTo>
                    <a:pt x="232875" y="84169"/>
                  </a:lnTo>
                  <a:lnTo>
                    <a:pt x="291145" y="46428"/>
                  </a:lnTo>
                  <a:lnTo>
                    <a:pt x="353723" y="20227"/>
                  </a:lnTo>
                  <a:lnTo>
                    <a:pt x="419947" y="4954"/>
                  </a:lnTo>
                  <a:lnTo>
                    <a:pt x="489156" y="0"/>
                  </a:lnTo>
                  <a:lnTo>
                    <a:pt x="4222370" y="0"/>
                  </a:lnTo>
                  <a:lnTo>
                    <a:pt x="4262729" y="1125"/>
                  </a:lnTo>
                  <a:lnTo>
                    <a:pt x="4301910" y="4546"/>
                  </a:lnTo>
                  <a:lnTo>
                    <a:pt x="4339865" y="10330"/>
                  </a:lnTo>
                  <a:lnTo>
                    <a:pt x="4411908" y="29256"/>
                  </a:lnTo>
                  <a:lnTo>
                    <a:pt x="4478472" y="58440"/>
                  </a:lnTo>
                  <a:lnTo>
                    <a:pt x="4539175" y="98421"/>
                  </a:lnTo>
                  <a:lnTo>
                    <a:pt x="4593631" y="149735"/>
                  </a:lnTo>
                  <a:lnTo>
                    <a:pt x="4618397" y="179810"/>
                  </a:lnTo>
                  <a:lnTo>
                    <a:pt x="4641457" y="212921"/>
                  </a:lnTo>
                  <a:lnTo>
                    <a:pt x="4662764" y="249134"/>
                  </a:lnTo>
                  <a:lnTo>
                    <a:pt x="4682269" y="288516"/>
                  </a:lnTo>
                  <a:lnTo>
                    <a:pt x="4699925" y="331136"/>
                  </a:lnTo>
                  <a:lnTo>
                    <a:pt x="4715682" y="377059"/>
                  </a:lnTo>
                  <a:lnTo>
                    <a:pt x="4729495" y="426354"/>
                  </a:lnTo>
                  <a:lnTo>
                    <a:pt x="4741313" y="479087"/>
                  </a:lnTo>
                  <a:lnTo>
                    <a:pt x="4751090" y="535325"/>
                  </a:lnTo>
                  <a:lnTo>
                    <a:pt x="4758778" y="595137"/>
                  </a:lnTo>
                  <a:lnTo>
                    <a:pt x="4764327" y="658589"/>
                  </a:lnTo>
                  <a:lnTo>
                    <a:pt x="4767691" y="725748"/>
                  </a:lnTo>
                  <a:lnTo>
                    <a:pt x="4768820" y="796793"/>
                  </a:lnTo>
                  <a:lnTo>
                    <a:pt x="4767589" y="864141"/>
                  </a:lnTo>
                  <a:lnTo>
                    <a:pt x="4763926" y="928056"/>
                  </a:lnTo>
                  <a:lnTo>
                    <a:pt x="4757889" y="988477"/>
                  </a:lnTo>
                  <a:lnTo>
                    <a:pt x="4749532" y="1045456"/>
                  </a:lnTo>
                  <a:lnTo>
                    <a:pt x="4738908" y="1099043"/>
                  </a:lnTo>
                  <a:lnTo>
                    <a:pt x="4726073" y="1149289"/>
                  </a:lnTo>
                  <a:lnTo>
                    <a:pt x="4711081" y="1196245"/>
                  </a:lnTo>
                  <a:lnTo>
                    <a:pt x="4693987" y="1239961"/>
                  </a:lnTo>
                  <a:lnTo>
                    <a:pt x="4674845" y="1280488"/>
                  </a:lnTo>
                  <a:lnTo>
                    <a:pt x="4653710" y="1317878"/>
                  </a:lnTo>
                  <a:lnTo>
                    <a:pt x="4630636" y="1352181"/>
                  </a:lnTo>
                  <a:lnTo>
                    <a:pt x="4605678" y="1383448"/>
                  </a:lnTo>
                  <a:lnTo>
                    <a:pt x="4578890" y="1411729"/>
                  </a:lnTo>
                  <a:lnTo>
                    <a:pt x="4550327" y="1437075"/>
                  </a:lnTo>
                  <a:lnTo>
                    <a:pt x="4488093" y="1479168"/>
                  </a:lnTo>
                  <a:lnTo>
                    <a:pt x="4419413" y="1510132"/>
                  </a:lnTo>
                  <a:lnTo>
                    <a:pt x="4382792" y="1521568"/>
                  </a:lnTo>
                  <a:lnTo>
                    <a:pt x="4344722" y="1530374"/>
                  </a:lnTo>
                  <a:lnTo>
                    <a:pt x="4305259" y="1536601"/>
                  </a:lnTo>
                  <a:lnTo>
                    <a:pt x="4264457" y="1540300"/>
                  </a:lnTo>
                  <a:lnTo>
                    <a:pt x="4222370" y="1541522"/>
                  </a:lnTo>
                  <a:lnTo>
                    <a:pt x="612890" y="1541522"/>
                  </a:lnTo>
                  <a:lnTo>
                    <a:pt x="280662" y="1817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44142" y="2183748"/>
            <a:ext cx="449961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 algn="ctr">
              <a:lnSpc>
                <a:spcPct val="114900"/>
              </a:lnSpc>
              <a:spcBef>
                <a:spcPts val="100"/>
              </a:spcBef>
            </a:pPr>
            <a:r>
              <a:rPr sz="1850" spc="-10" dirty="0">
                <a:latin typeface="Comic Sans MS"/>
                <a:cs typeface="Comic Sans MS"/>
              </a:rPr>
              <a:t>Remember,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Learning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DAX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is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key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to </a:t>
            </a:r>
            <a:r>
              <a:rPr sz="1850" dirty="0">
                <a:latin typeface="Comic Sans MS"/>
                <a:cs typeface="Comic Sans MS"/>
              </a:rPr>
              <a:t>unlocking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the</a:t>
            </a:r>
            <a:r>
              <a:rPr sz="1850" spc="-6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full</a:t>
            </a:r>
            <a:r>
              <a:rPr sz="1850" spc="-6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potential</a:t>
            </a:r>
            <a:r>
              <a:rPr sz="1850" spc="-6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of</a:t>
            </a:r>
            <a:r>
              <a:rPr sz="1850" spc="-6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Power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BI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insightful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reporting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and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visualization.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7725" y="3903860"/>
            <a:ext cx="4331970" cy="1286510"/>
          </a:xfrm>
          <a:custGeom>
            <a:avLst/>
            <a:gdLst/>
            <a:ahLst/>
            <a:cxnLst/>
            <a:rect l="l" t="t" r="r" b="b"/>
            <a:pathLst>
              <a:path w="4331970" h="1286510">
                <a:moveTo>
                  <a:pt x="269929" y="1286440"/>
                </a:moveTo>
                <a:lnTo>
                  <a:pt x="269929" y="977010"/>
                </a:lnTo>
                <a:lnTo>
                  <a:pt x="231108" y="956865"/>
                </a:lnTo>
                <a:lnTo>
                  <a:pt x="194546" y="933226"/>
                </a:lnTo>
                <a:lnTo>
                  <a:pt x="160455" y="906140"/>
                </a:lnTo>
                <a:lnTo>
                  <a:pt x="129050" y="875653"/>
                </a:lnTo>
                <a:lnTo>
                  <a:pt x="100542" y="841813"/>
                </a:lnTo>
                <a:lnTo>
                  <a:pt x="75145" y="804665"/>
                </a:lnTo>
                <a:lnTo>
                  <a:pt x="53071" y="764256"/>
                </a:lnTo>
                <a:lnTo>
                  <a:pt x="34533" y="720632"/>
                </a:lnTo>
                <a:lnTo>
                  <a:pt x="19744" y="673840"/>
                </a:lnTo>
                <a:lnTo>
                  <a:pt x="8917" y="623926"/>
                </a:lnTo>
                <a:lnTo>
                  <a:pt x="2264" y="570937"/>
                </a:lnTo>
                <a:lnTo>
                  <a:pt x="0" y="514919"/>
                </a:lnTo>
                <a:lnTo>
                  <a:pt x="2153" y="461455"/>
                </a:lnTo>
                <a:lnTo>
                  <a:pt x="8482" y="410262"/>
                </a:lnTo>
                <a:lnTo>
                  <a:pt x="18789" y="361467"/>
                </a:lnTo>
                <a:lnTo>
                  <a:pt x="32877" y="315193"/>
                </a:lnTo>
                <a:lnTo>
                  <a:pt x="50550" y="271566"/>
                </a:lnTo>
                <a:lnTo>
                  <a:pt x="71609" y="230711"/>
                </a:lnTo>
                <a:lnTo>
                  <a:pt x="95859" y="192754"/>
                </a:lnTo>
                <a:lnTo>
                  <a:pt x="123101" y="157817"/>
                </a:lnTo>
                <a:lnTo>
                  <a:pt x="153140" y="126028"/>
                </a:lnTo>
                <a:lnTo>
                  <a:pt x="185777" y="97511"/>
                </a:lnTo>
                <a:lnTo>
                  <a:pt x="220816" y="72390"/>
                </a:lnTo>
                <a:lnTo>
                  <a:pt x="258059" y="50792"/>
                </a:lnTo>
                <a:lnTo>
                  <a:pt x="297310" y="32840"/>
                </a:lnTo>
                <a:lnTo>
                  <a:pt x="338372" y="18660"/>
                </a:lnTo>
                <a:lnTo>
                  <a:pt x="381047" y="8376"/>
                </a:lnTo>
                <a:lnTo>
                  <a:pt x="425138" y="2115"/>
                </a:lnTo>
                <a:lnTo>
                  <a:pt x="470448" y="0"/>
                </a:lnTo>
                <a:lnTo>
                  <a:pt x="3811667" y="0"/>
                </a:lnTo>
                <a:lnTo>
                  <a:pt x="3862491" y="1887"/>
                </a:lnTo>
                <a:lnTo>
                  <a:pt x="3911349" y="7480"/>
                </a:lnTo>
                <a:lnTo>
                  <a:pt x="3958128" y="16672"/>
                </a:lnTo>
                <a:lnTo>
                  <a:pt x="4002714" y="29358"/>
                </a:lnTo>
                <a:lnTo>
                  <a:pt x="4044994" y="45433"/>
                </a:lnTo>
                <a:lnTo>
                  <a:pt x="4084853" y="64792"/>
                </a:lnTo>
                <a:lnTo>
                  <a:pt x="4122178" y="87329"/>
                </a:lnTo>
                <a:lnTo>
                  <a:pt x="4156854" y="112940"/>
                </a:lnTo>
                <a:lnTo>
                  <a:pt x="4188768" y="141518"/>
                </a:lnTo>
                <a:lnTo>
                  <a:pt x="4217806" y="172958"/>
                </a:lnTo>
                <a:lnTo>
                  <a:pt x="4243853" y="207155"/>
                </a:lnTo>
                <a:lnTo>
                  <a:pt x="4266797" y="244004"/>
                </a:lnTo>
                <a:lnTo>
                  <a:pt x="4286523" y="283400"/>
                </a:lnTo>
                <a:lnTo>
                  <a:pt x="4302917" y="325236"/>
                </a:lnTo>
                <a:lnTo>
                  <a:pt x="4315866" y="369408"/>
                </a:lnTo>
                <a:lnTo>
                  <a:pt x="4325255" y="415811"/>
                </a:lnTo>
                <a:lnTo>
                  <a:pt x="4330971" y="464339"/>
                </a:lnTo>
                <a:lnTo>
                  <a:pt x="4331686" y="483076"/>
                </a:lnTo>
                <a:lnTo>
                  <a:pt x="4331686" y="545760"/>
                </a:lnTo>
                <a:lnTo>
                  <a:pt x="4325250" y="611288"/>
                </a:lnTo>
                <a:lnTo>
                  <a:pt x="4315859" y="656580"/>
                </a:lnTo>
                <a:lnTo>
                  <a:pt x="4302910" y="699780"/>
                </a:lnTo>
                <a:lnTo>
                  <a:pt x="4286515" y="740774"/>
                </a:lnTo>
                <a:lnTo>
                  <a:pt x="4266789" y="779447"/>
                </a:lnTo>
                <a:lnTo>
                  <a:pt x="4243845" y="815685"/>
                </a:lnTo>
                <a:lnTo>
                  <a:pt x="4217798" y="849372"/>
                </a:lnTo>
                <a:lnTo>
                  <a:pt x="4188761" y="880395"/>
                </a:lnTo>
                <a:lnTo>
                  <a:pt x="4156847" y="908639"/>
                </a:lnTo>
                <a:lnTo>
                  <a:pt x="4122172" y="933989"/>
                </a:lnTo>
                <a:lnTo>
                  <a:pt x="4084849" y="956330"/>
                </a:lnTo>
                <a:lnTo>
                  <a:pt x="4044991" y="975549"/>
                </a:lnTo>
                <a:lnTo>
                  <a:pt x="4002712" y="991531"/>
                </a:lnTo>
                <a:lnTo>
                  <a:pt x="3958127" y="1004160"/>
                </a:lnTo>
                <a:lnTo>
                  <a:pt x="3911348" y="1013323"/>
                </a:lnTo>
                <a:lnTo>
                  <a:pt x="3862490" y="1018905"/>
                </a:lnTo>
                <a:lnTo>
                  <a:pt x="3811667" y="1020791"/>
                </a:lnTo>
                <a:lnTo>
                  <a:pt x="589450" y="1020791"/>
                </a:lnTo>
                <a:lnTo>
                  <a:pt x="269929" y="12864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24596" y="4052323"/>
            <a:ext cx="4129404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5080" indent="-315595">
              <a:lnSpc>
                <a:spcPct val="114900"/>
              </a:lnSpc>
              <a:spcBef>
                <a:spcPts val="100"/>
              </a:spcBef>
            </a:pPr>
            <a:r>
              <a:rPr sz="1850" dirty="0">
                <a:latin typeface="Comic Sans MS"/>
                <a:cs typeface="Comic Sans MS"/>
              </a:rPr>
              <a:t>Stay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tuned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more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insights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and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tips </a:t>
            </a:r>
            <a:r>
              <a:rPr sz="1850" dirty="0">
                <a:latin typeface="Comic Sans MS"/>
                <a:cs typeface="Comic Sans MS"/>
              </a:rPr>
              <a:t>on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Power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BI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our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next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Series.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47371" y="6468860"/>
            <a:ext cx="2171700" cy="732155"/>
          </a:xfrm>
          <a:custGeom>
            <a:avLst/>
            <a:gdLst/>
            <a:ahLst/>
            <a:cxnLst/>
            <a:rect l="l" t="t" r="r" b="b"/>
            <a:pathLst>
              <a:path w="2171700" h="732154">
                <a:moveTo>
                  <a:pt x="2171613" y="732039"/>
                </a:moveTo>
                <a:lnTo>
                  <a:pt x="0" y="732039"/>
                </a:lnTo>
                <a:lnTo>
                  <a:pt x="3583" y="721757"/>
                </a:lnTo>
                <a:lnTo>
                  <a:pt x="20161" y="680122"/>
                </a:lnTo>
                <a:lnTo>
                  <a:pt x="38485" y="639321"/>
                </a:lnTo>
                <a:lnTo>
                  <a:pt x="58513" y="599394"/>
                </a:lnTo>
                <a:lnTo>
                  <a:pt x="80200" y="560382"/>
                </a:lnTo>
                <a:lnTo>
                  <a:pt x="103505" y="522326"/>
                </a:lnTo>
                <a:lnTo>
                  <a:pt x="128383" y="485266"/>
                </a:lnTo>
                <a:lnTo>
                  <a:pt x="154793" y="449242"/>
                </a:lnTo>
                <a:lnTo>
                  <a:pt x="182690" y="414296"/>
                </a:lnTo>
                <a:lnTo>
                  <a:pt x="212033" y="380467"/>
                </a:lnTo>
                <a:lnTo>
                  <a:pt x="242777" y="347796"/>
                </a:lnTo>
                <a:lnTo>
                  <a:pt x="274881" y="316324"/>
                </a:lnTo>
                <a:lnTo>
                  <a:pt x="308300" y="286091"/>
                </a:lnTo>
                <a:lnTo>
                  <a:pt x="342992" y="257138"/>
                </a:lnTo>
                <a:lnTo>
                  <a:pt x="378914" y="229505"/>
                </a:lnTo>
                <a:lnTo>
                  <a:pt x="416023" y="203233"/>
                </a:lnTo>
                <a:lnTo>
                  <a:pt x="454275" y="178362"/>
                </a:lnTo>
                <a:lnTo>
                  <a:pt x="493628" y="154933"/>
                </a:lnTo>
                <a:lnTo>
                  <a:pt x="534039" y="132987"/>
                </a:lnTo>
                <a:lnTo>
                  <a:pt x="575465" y="112563"/>
                </a:lnTo>
                <a:lnTo>
                  <a:pt x="617862" y="93703"/>
                </a:lnTo>
                <a:lnTo>
                  <a:pt x="661188" y="76446"/>
                </a:lnTo>
                <a:lnTo>
                  <a:pt x="705399" y="60834"/>
                </a:lnTo>
                <a:lnTo>
                  <a:pt x="750453" y="46907"/>
                </a:lnTo>
                <a:lnTo>
                  <a:pt x="796306" y="34705"/>
                </a:lnTo>
                <a:lnTo>
                  <a:pt x="842916" y="24269"/>
                </a:lnTo>
                <a:lnTo>
                  <a:pt x="890239" y="15640"/>
                </a:lnTo>
                <a:lnTo>
                  <a:pt x="938233" y="8858"/>
                </a:lnTo>
                <a:lnTo>
                  <a:pt x="986854" y="3964"/>
                </a:lnTo>
                <a:lnTo>
                  <a:pt x="1036059" y="997"/>
                </a:lnTo>
                <a:lnTo>
                  <a:pt x="1085806" y="0"/>
                </a:lnTo>
                <a:lnTo>
                  <a:pt x="1135553" y="997"/>
                </a:lnTo>
                <a:lnTo>
                  <a:pt x="1184758" y="3964"/>
                </a:lnTo>
                <a:lnTo>
                  <a:pt x="1233379" y="8858"/>
                </a:lnTo>
                <a:lnTo>
                  <a:pt x="1281373" y="15640"/>
                </a:lnTo>
                <a:lnTo>
                  <a:pt x="1328696" y="24269"/>
                </a:lnTo>
                <a:lnTo>
                  <a:pt x="1375306" y="34705"/>
                </a:lnTo>
                <a:lnTo>
                  <a:pt x="1421159" y="46907"/>
                </a:lnTo>
                <a:lnTo>
                  <a:pt x="1466213" y="60834"/>
                </a:lnTo>
                <a:lnTo>
                  <a:pt x="1510424" y="76446"/>
                </a:lnTo>
                <a:lnTo>
                  <a:pt x="1553750" y="93703"/>
                </a:lnTo>
                <a:lnTo>
                  <a:pt x="1596147" y="112563"/>
                </a:lnTo>
                <a:lnTo>
                  <a:pt x="1637573" y="132987"/>
                </a:lnTo>
                <a:lnTo>
                  <a:pt x="1677984" y="154933"/>
                </a:lnTo>
                <a:lnTo>
                  <a:pt x="1717337" y="178362"/>
                </a:lnTo>
                <a:lnTo>
                  <a:pt x="1755589" y="203233"/>
                </a:lnTo>
                <a:lnTo>
                  <a:pt x="1792698" y="229505"/>
                </a:lnTo>
                <a:lnTo>
                  <a:pt x="1828620" y="257138"/>
                </a:lnTo>
                <a:lnTo>
                  <a:pt x="1863312" y="286091"/>
                </a:lnTo>
                <a:lnTo>
                  <a:pt x="1896731" y="316324"/>
                </a:lnTo>
                <a:lnTo>
                  <a:pt x="1928834" y="347796"/>
                </a:lnTo>
                <a:lnTo>
                  <a:pt x="1959579" y="380467"/>
                </a:lnTo>
                <a:lnTo>
                  <a:pt x="1988922" y="414296"/>
                </a:lnTo>
                <a:lnTo>
                  <a:pt x="2016819" y="449242"/>
                </a:lnTo>
                <a:lnTo>
                  <a:pt x="2043229" y="485266"/>
                </a:lnTo>
                <a:lnTo>
                  <a:pt x="2068107" y="522326"/>
                </a:lnTo>
                <a:lnTo>
                  <a:pt x="2091412" y="560382"/>
                </a:lnTo>
                <a:lnTo>
                  <a:pt x="2113099" y="599394"/>
                </a:lnTo>
                <a:lnTo>
                  <a:pt x="2133127" y="639321"/>
                </a:lnTo>
                <a:lnTo>
                  <a:pt x="2151451" y="680122"/>
                </a:lnTo>
                <a:lnTo>
                  <a:pt x="2168029" y="721757"/>
                </a:lnTo>
                <a:lnTo>
                  <a:pt x="2171613" y="73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001125" cy="7200900"/>
            <a:chOff x="0" y="0"/>
            <a:chExt cx="9001125" cy="7200900"/>
          </a:xfrm>
        </p:grpSpPr>
        <p:sp>
          <p:nvSpPr>
            <p:cNvPr id="12" name="object 12"/>
            <p:cNvSpPr/>
            <p:nvPr/>
          </p:nvSpPr>
          <p:spPr>
            <a:xfrm>
              <a:off x="0" y="12"/>
              <a:ext cx="9001125" cy="7200900"/>
            </a:xfrm>
            <a:custGeom>
              <a:avLst/>
              <a:gdLst/>
              <a:ahLst/>
              <a:cxnLst/>
              <a:rect l="l" t="t" r="r" b="b"/>
              <a:pathLst>
                <a:path w="9001125" h="7200900">
                  <a:moveTo>
                    <a:pt x="1430921" y="719988"/>
                  </a:moveTo>
                  <a:lnTo>
                    <a:pt x="1428699" y="673163"/>
                  </a:lnTo>
                  <a:lnTo>
                    <a:pt x="1422158" y="627583"/>
                  </a:lnTo>
                  <a:lnTo>
                    <a:pt x="1411503" y="583476"/>
                  </a:lnTo>
                  <a:lnTo>
                    <a:pt x="1396936" y="541032"/>
                  </a:lnTo>
                  <a:lnTo>
                    <a:pt x="1378673" y="500468"/>
                  </a:lnTo>
                  <a:lnTo>
                    <a:pt x="1356893" y="461962"/>
                  </a:lnTo>
                  <a:lnTo>
                    <a:pt x="1331836" y="425754"/>
                  </a:lnTo>
                  <a:lnTo>
                    <a:pt x="1303667" y="392010"/>
                  </a:lnTo>
                  <a:lnTo>
                    <a:pt x="1272616" y="360959"/>
                  </a:lnTo>
                  <a:lnTo>
                    <a:pt x="1238885" y="332803"/>
                  </a:lnTo>
                  <a:lnTo>
                    <a:pt x="1202664" y="307733"/>
                  </a:lnTo>
                  <a:lnTo>
                    <a:pt x="1164170" y="285965"/>
                  </a:lnTo>
                  <a:lnTo>
                    <a:pt x="1123594" y="267703"/>
                  </a:lnTo>
                  <a:lnTo>
                    <a:pt x="1081151" y="253136"/>
                  </a:lnTo>
                  <a:lnTo>
                    <a:pt x="1037043" y="242481"/>
                  </a:lnTo>
                  <a:lnTo>
                    <a:pt x="991476" y="235940"/>
                  </a:lnTo>
                  <a:lnTo>
                    <a:pt x="944638" y="233705"/>
                  </a:lnTo>
                  <a:lnTo>
                    <a:pt x="897813" y="235940"/>
                  </a:lnTo>
                  <a:lnTo>
                    <a:pt x="852233" y="242481"/>
                  </a:lnTo>
                  <a:lnTo>
                    <a:pt x="808126" y="253136"/>
                  </a:lnTo>
                  <a:lnTo>
                    <a:pt x="765683" y="267703"/>
                  </a:lnTo>
                  <a:lnTo>
                    <a:pt x="725106" y="285965"/>
                  </a:lnTo>
                  <a:lnTo>
                    <a:pt x="686612" y="307733"/>
                  </a:lnTo>
                  <a:lnTo>
                    <a:pt x="650392" y="332803"/>
                  </a:lnTo>
                  <a:lnTo>
                    <a:pt x="616661" y="360959"/>
                  </a:lnTo>
                  <a:lnTo>
                    <a:pt x="585609" y="392010"/>
                  </a:lnTo>
                  <a:lnTo>
                    <a:pt x="557453" y="425754"/>
                  </a:lnTo>
                  <a:lnTo>
                    <a:pt x="532384" y="461962"/>
                  </a:lnTo>
                  <a:lnTo>
                    <a:pt x="510616" y="500468"/>
                  </a:lnTo>
                  <a:lnTo>
                    <a:pt x="492340" y="541032"/>
                  </a:lnTo>
                  <a:lnTo>
                    <a:pt x="477774" y="583476"/>
                  </a:lnTo>
                  <a:lnTo>
                    <a:pt x="467131" y="627583"/>
                  </a:lnTo>
                  <a:lnTo>
                    <a:pt x="460578" y="673163"/>
                  </a:lnTo>
                  <a:lnTo>
                    <a:pt x="458355" y="719988"/>
                  </a:lnTo>
                  <a:lnTo>
                    <a:pt x="460578" y="766826"/>
                  </a:lnTo>
                  <a:lnTo>
                    <a:pt x="467131" y="812393"/>
                  </a:lnTo>
                  <a:lnTo>
                    <a:pt x="477774" y="856513"/>
                  </a:lnTo>
                  <a:lnTo>
                    <a:pt x="492340" y="898956"/>
                  </a:lnTo>
                  <a:lnTo>
                    <a:pt x="510616" y="939520"/>
                  </a:lnTo>
                  <a:lnTo>
                    <a:pt x="532384" y="978014"/>
                  </a:lnTo>
                  <a:lnTo>
                    <a:pt x="557453" y="1014234"/>
                  </a:lnTo>
                  <a:lnTo>
                    <a:pt x="585609" y="1047978"/>
                  </a:lnTo>
                  <a:lnTo>
                    <a:pt x="616661" y="1079030"/>
                  </a:lnTo>
                  <a:lnTo>
                    <a:pt x="650392" y="1107186"/>
                  </a:lnTo>
                  <a:lnTo>
                    <a:pt x="686612" y="1132255"/>
                  </a:lnTo>
                  <a:lnTo>
                    <a:pt x="725106" y="1154023"/>
                  </a:lnTo>
                  <a:lnTo>
                    <a:pt x="765683" y="1172286"/>
                  </a:lnTo>
                  <a:lnTo>
                    <a:pt x="808126" y="1186853"/>
                  </a:lnTo>
                  <a:lnTo>
                    <a:pt x="852233" y="1197508"/>
                  </a:lnTo>
                  <a:lnTo>
                    <a:pt x="897813" y="1204048"/>
                  </a:lnTo>
                  <a:lnTo>
                    <a:pt x="944638" y="1206284"/>
                  </a:lnTo>
                  <a:lnTo>
                    <a:pt x="991476" y="1204048"/>
                  </a:lnTo>
                  <a:lnTo>
                    <a:pt x="1037043" y="1197508"/>
                  </a:lnTo>
                  <a:lnTo>
                    <a:pt x="1081151" y="1186853"/>
                  </a:lnTo>
                  <a:lnTo>
                    <a:pt x="1123594" y="1172286"/>
                  </a:lnTo>
                  <a:lnTo>
                    <a:pt x="1164170" y="1154023"/>
                  </a:lnTo>
                  <a:lnTo>
                    <a:pt x="1202664" y="1132255"/>
                  </a:lnTo>
                  <a:lnTo>
                    <a:pt x="1238885" y="1107186"/>
                  </a:lnTo>
                  <a:lnTo>
                    <a:pt x="1272616" y="1079030"/>
                  </a:lnTo>
                  <a:lnTo>
                    <a:pt x="1303667" y="1047978"/>
                  </a:lnTo>
                  <a:lnTo>
                    <a:pt x="1331836" y="1014234"/>
                  </a:lnTo>
                  <a:lnTo>
                    <a:pt x="1356893" y="978014"/>
                  </a:lnTo>
                  <a:lnTo>
                    <a:pt x="1378673" y="939520"/>
                  </a:lnTo>
                  <a:lnTo>
                    <a:pt x="1396936" y="898956"/>
                  </a:lnTo>
                  <a:lnTo>
                    <a:pt x="1411503" y="856513"/>
                  </a:lnTo>
                  <a:lnTo>
                    <a:pt x="1422158" y="812393"/>
                  </a:lnTo>
                  <a:lnTo>
                    <a:pt x="1428699" y="766826"/>
                  </a:lnTo>
                  <a:lnTo>
                    <a:pt x="1430921" y="719988"/>
                  </a:lnTo>
                  <a:close/>
                </a:path>
                <a:path w="9001125" h="7200900">
                  <a:moveTo>
                    <a:pt x="1665490" y="6612318"/>
                  </a:moveTo>
                  <a:lnTo>
                    <a:pt x="1664436" y="6564211"/>
                  </a:lnTo>
                  <a:lnTo>
                    <a:pt x="1661312" y="6516637"/>
                  </a:lnTo>
                  <a:lnTo>
                    <a:pt x="1656156" y="6469659"/>
                  </a:lnTo>
                  <a:lnTo>
                    <a:pt x="1649006" y="6423292"/>
                  </a:lnTo>
                  <a:lnTo>
                    <a:pt x="1639912" y="6377610"/>
                  </a:lnTo>
                  <a:lnTo>
                    <a:pt x="1628927" y="6332639"/>
                  </a:lnTo>
                  <a:lnTo>
                    <a:pt x="1616087" y="6288417"/>
                  </a:lnTo>
                  <a:lnTo>
                    <a:pt x="1601419" y="6245009"/>
                  </a:lnTo>
                  <a:lnTo>
                    <a:pt x="1584998" y="6202438"/>
                  </a:lnTo>
                  <a:lnTo>
                    <a:pt x="1566849" y="6160757"/>
                  </a:lnTo>
                  <a:lnTo>
                    <a:pt x="1547025" y="6120015"/>
                  </a:lnTo>
                  <a:lnTo>
                    <a:pt x="1525549" y="6080252"/>
                  </a:lnTo>
                  <a:lnTo>
                    <a:pt x="1502498" y="6041504"/>
                  </a:lnTo>
                  <a:lnTo>
                    <a:pt x="1477886" y="6003823"/>
                  </a:lnTo>
                  <a:lnTo>
                    <a:pt x="1451775" y="5967260"/>
                  </a:lnTo>
                  <a:lnTo>
                    <a:pt x="1424203" y="5931840"/>
                  </a:lnTo>
                  <a:lnTo>
                    <a:pt x="1395209" y="5897626"/>
                  </a:lnTo>
                  <a:lnTo>
                    <a:pt x="1364856" y="5864644"/>
                  </a:lnTo>
                  <a:lnTo>
                    <a:pt x="1333157" y="5832957"/>
                  </a:lnTo>
                  <a:lnTo>
                    <a:pt x="1300187" y="5802592"/>
                  </a:lnTo>
                  <a:lnTo>
                    <a:pt x="1265961" y="5773610"/>
                  </a:lnTo>
                  <a:lnTo>
                    <a:pt x="1230553" y="5746039"/>
                  </a:lnTo>
                  <a:lnTo>
                    <a:pt x="1193977" y="5719927"/>
                  </a:lnTo>
                  <a:lnTo>
                    <a:pt x="1156309" y="5695315"/>
                  </a:lnTo>
                  <a:lnTo>
                    <a:pt x="1117561" y="5672252"/>
                  </a:lnTo>
                  <a:lnTo>
                    <a:pt x="1077798" y="5650789"/>
                  </a:lnTo>
                  <a:lnTo>
                    <a:pt x="1037056" y="5630964"/>
                  </a:lnTo>
                  <a:lnTo>
                    <a:pt x="995375" y="5612816"/>
                  </a:lnTo>
                  <a:lnTo>
                    <a:pt x="952804" y="5596382"/>
                  </a:lnTo>
                  <a:lnTo>
                    <a:pt x="909396" y="5581726"/>
                  </a:lnTo>
                  <a:lnTo>
                    <a:pt x="865174" y="5568886"/>
                  </a:lnTo>
                  <a:lnTo>
                    <a:pt x="820204" y="5557888"/>
                  </a:lnTo>
                  <a:lnTo>
                    <a:pt x="774509" y="5548808"/>
                  </a:lnTo>
                  <a:lnTo>
                    <a:pt x="728154" y="5541657"/>
                  </a:lnTo>
                  <a:lnTo>
                    <a:pt x="681164" y="5536501"/>
                  </a:lnTo>
                  <a:lnTo>
                    <a:pt x="633603" y="5533364"/>
                  </a:lnTo>
                  <a:lnTo>
                    <a:pt x="585495" y="5532310"/>
                  </a:lnTo>
                  <a:lnTo>
                    <a:pt x="537387" y="5533364"/>
                  </a:lnTo>
                  <a:lnTo>
                    <a:pt x="489813" y="5536501"/>
                  </a:lnTo>
                  <a:lnTo>
                    <a:pt x="442836" y="5541657"/>
                  </a:lnTo>
                  <a:lnTo>
                    <a:pt x="396468" y="5548808"/>
                  </a:lnTo>
                  <a:lnTo>
                    <a:pt x="350786" y="5557888"/>
                  </a:lnTo>
                  <a:lnTo>
                    <a:pt x="305816" y="5568886"/>
                  </a:lnTo>
                  <a:lnTo>
                    <a:pt x="261594" y="5581726"/>
                  </a:lnTo>
                  <a:lnTo>
                    <a:pt x="218186" y="5596382"/>
                  </a:lnTo>
                  <a:lnTo>
                    <a:pt x="175615" y="5612816"/>
                  </a:lnTo>
                  <a:lnTo>
                    <a:pt x="133934" y="5630964"/>
                  </a:lnTo>
                  <a:lnTo>
                    <a:pt x="93192" y="5650789"/>
                  </a:lnTo>
                  <a:lnTo>
                    <a:pt x="53428" y="5672252"/>
                  </a:lnTo>
                  <a:lnTo>
                    <a:pt x="14681" y="5695315"/>
                  </a:lnTo>
                  <a:lnTo>
                    <a:pt x="0" y="5704903"/>
                  </a:lnTo>
                  <a:lnTo>
                    <a:pt x="0" y="7200900"/>
                  </a:lnTo>
                  <a:lnTo>
                    <a:pt x="1490891" y="7200900"/>
                  </a:lnTo>
                  <a:lnTo>
                    <a:pt x="1502498" y="7183133"/>
                  </a:lnTo>
                  <a:lnTo>
                    <a:pt x="1525549" y="7144385"/>
                  </a:lnTo>
                  <a:lnTo>
                    <a:pt x="1547025" y="7104621"/>
                  </a:lnTo>
                  <a:lnTo>
                    <a:pt x="1566849" y="7063880"/>
                  </a:lnTo>
                  <a:lnTo>
                    <a:pt x="1584998" y="7022198"/>
                  </a:lnTo>
                  <a:lnTo>
                    <a:pt x="1601419" y="6979628"/>
                  </a:lnTo>
                  <a:lnTo>
                    <a:pt x="1616087" y="6936219"/>
                  </a:lnTo>
                  <a:lnTo>
                    <a:pt x="1628927" y="6891998"/>
                  </a:lnTo>
                  <a:lnTo>
                    <a:pt x="1639912" y="6847027"/>
                  </a:lnTo>
                  <a:lnTo>
                    <a:pt x="1649006" y="6801332"/>
                  </a:lnTo>
                  <a:lnTo>
                    <a:pt x="1656156" y="6754977"/>
                  </a:lnTo>
                  <a:lnTo>
                    <a:pt x="1661312" y="6707987"/>
                  </a:lnTo>
                  <a:lnTo>
                    <a:pt x="1664436" y="6660426"/>
                  </a:lnTo>
                  <a:lnTo>
                    <a:pt x="1665490" y="6612318"/>
                  </a:lnTo>
                  <a:close/>
                </a:path>
                <a:path w="9001125" h="7200900">
                  <a:moveTo>
                    <a:pt x="3160712" y="6283401"/>
                  </a:moveTo>
                  <a:lnTo>
                    <a:pt x="3154083" y="6234100"/>
                  </a:lnTo>
                  <a:lnTo>
                    <a:pt x="3135388" y="6189802"/>
                  </a:lnTo>
                  <a:lnTo>
                    <a:pt x="3106394" y="6152273"/>
                  </a:lnTo>
                  <a:lnTo>
                    <a:pt x="3068866" y="6123267"/>
                  </a:lnTo>
                  <a:lnTo>
                    <a:pt x="3024568" y="6104572"/>
                  </a:lnTo>
                  <a:lnTo>
                    <a:pt x="2975267" y="6097956"/>
                  </a:lnTo>
                  <a:lnTo>
                    <a:pt x="2925965" y="6104572"/>
                  </a:lnTo>
                  <a:lnTo>
                    <a:pt x="2881655" y="6123267"/>
                  </a:lnTo>
                  <a:lnTo>
                    <a:pt x="2844127" y="6152273"/>
                  </a:lnTo>
                  <a:lnTo>
                    <a:pt x="2815132" y="6189802"/>
                  </a:lnTo>
                  <a:lnTo>
                    <a:pt x="2796438" y="6234100"/>
                  </a:lnTo>
                  <a:lnTo>
                    <a:pt x="2789809" y="6283401"/>
                  </a:lnTo>
                  <a:lnTo>
                    <a:pt x="2796438" y="6332702"/>
                  </a:lnTo>
                  <a:lnTo>
                    <a:pt x="2815132" y="6377000"/>
                  </a:lnTo>
                  <a:lnTo>
                    <a:pt x="2844127" y="6414541"/>
                  </a:lnTo>
                  <a:lnTo>
                    <a:pt x="2881655" y="6443535"/>
                  </a:lnTo>
                  <a:lnTo>
                    <a:pt x="2925965" y="6462230"/>
                  </a:lnTo>
                  <a:lnTo>
                    <a:pt x="2975267" y="6468859"/>
                  </a:lnTo>
                  <a:lnTo>
                    <a:pt x="3024568" y="6462230"/>
                  </a:lnTo>
                  <a:lnTo>
                    <a:pt x="3068866" y="6443535"/>
                  </a:lnTo>
                  <a:lnTo>
                    <a:pt x="3106394" y="6414541"/>
                  </a:lnTo>
                  <a:lnTo>
                    <a:pt x="3135388" y="6377000"/>
                  </a:lnTo>
                  <a:lnTo>
                    <a:pt x="3154083" y="6332702"/>
                  </a:lnTo>
                  <a:lnTo>
                    <a:pt x="3160712" y="6283401"/>
                  </a:lnTo>
                  <a:close/>
                </a:path>
                <a:path w="9001125" h="7200900">
                  <a:moveTo>
                    <a:pt x="9001112" y="0"/>
                  </a:moveTo>
                  <a:lnTo>
                    <a:pt x="7854721" y="0"/>
                  </a:lnTo>
                  <a:lnTo>
                    <a:pt x="7844358" y="34759"/>
                  </a:lnTo>
                  <a:lnTo>
                    <a:pt x="7834122" y="79362"/>
                  </a:lnTo>
                  <a:lnTo>
                    <a:pt x="7826680" y="124968"/>
                  </a:lnTo>
                  <a:lnTo>
                    <a:pt x="7822146" y="171488"/>
                  </a:lnTo>
                  <a:lnTo>
                    <a:pt x="7820622" y="218833"/>
                  </a:lnTo>
                  <a:lnTo>
                    <a:pt x="7822146" y="266179"/>
                  </a:lnTo>
                  <a:lnTo>
                    <a:pt x="7826680" y="312699"/>
                  </a:lnTo>
                  <a:lnTo>
                    <a:pt x="7834122" y="358305"/>
                  </a:lnTo>
                  <a:lnTo>
                    <a:pt x="7844358" y="402907"/>
                  </a:lnTo>
                  <a:lnTo>
                    <a:pt x="7857325" y="446405"/>
                  </a:lnTo>
                  <a:lnTo>
                    <a:pt x="7872908" y="488708"/>
                  </a:lnTo>
                  <a:lnTo>
                    <a:pt x="7891018" y="529729"/>
                  </a:lnTo>
                  <a:lnTo>
                    <a:pt x="7911554" y="569353"/>
                  </a:lnTo>
                  <a:lnTo>
                    <a:pt x="7934426" y="607491"/>
                  </a:lnTo>
                  <a:lnTo>
                    <a:pt x="7959534" y="644055"/>
                  </a:lnTo>
                  <a:lnTo>
                    <a:pt x="7986801" y="678954"/>
                  </a:lnTo>
                  <a:lnTo>
                    <a:pt x="8016113" y="712076"/>
                  </a:lnTo>
                  <a:lnTo>
                    <a:pt x="8047368" y="743343"/>
                  </a:lnTo>
                  <a:lnTo>
                    <a:pt x="8080502" y="772655"/>
                  </a:lnTo>
                  <a:lnTo>
                    <a:pt x="8115401" y="799909"/>
                  </a:lnTo>
                  <a:lnTo>
                    <a:pt x="8151965" y="825030"/>
                  </a:lnTo>
                  <a:lnTo>
                    <a:pt x="8190103" y="847902"/>
                  </a:lnTo>
                  <a:lnTo>
                    <a:pt x="8229727" y="868438"/>
                  </a:lnTo>
                  <a:lnTo>
                    <a:pt x="8270735" y="886548"/>
                  </a:lnTo>
                  <a:lnTo>
                    <a:pt x="8313039" y="902131"/>
                  </a:lnTo>
                  <a:lnTo>
                    <a:pt x="8356549" y="915085"/>
                  </a:lnTo>
                  <a:lnTo>
                    <a:pt x="8401151" y="925334"/>
                  </a:lnTo>
                  <a:lnTo>
                    <a:pt x="8446757" y="932776"/>
                  </a:lnTo>
                  <a:lnTo>
                    <a:pt x="8493277" y="937298"/>
                  </a:lnTo>
                  <a:lnTo>
                    <a:pt x="8540623" y="938834"/>
                  </a:lnTo>
                  <a:lnTo>
                    <a:pt x="8587956" y="937298"/>
                  </a:lnTo>
                  <a:lnTo>
                    <a:pt x="8634476" y="932776"/>
                  </a:lnTo>
                  <a:lnTo>
                    <a:pt x="8680094" y="925334"/>
                  </a:lnTo>
                  <a:lnTo>
                    <a:pt x="8724697" y="915085"/>
                  </a:lnTo>
                  <a:lnTo>
                    <a:pt x="8768194" y="902131"/>
                  </a:lnTo>
                  <a:lnTo>
                    <a:pt x="8810498" y="886548"/>
                  </a:lnTo>
                  <a:lnTo>
                    <a:pt x="8851506" y="868438"/>
                  </a:lnTo>
                  <a:lnTo>
                    <a:pt x="8891130" y="847902"/>
                  </a:lnTo>
                  <a:lnTo>
                    <a:pt x="8929281" y="825030"/>
                  </a:lnTo>
                  <a:lnTo>
                    <a:pt x="8965844" y="799909"/>
                  </a:lnTo>
                  <a:lnTo>
                    <a:pt x="9001112" y="772312"/>
                  </a:lnTo>
                  <a:lnTo>
                    <a:pt x="9001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000" y="6468860"/>
              <a:ext cx="657224" cy="6572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50276" y="5345915"/>
              <a:ext cx="4570095" cy="589280"/>
            </a:xfrm>
            <a:custGeom>
              <a:avLst/>
              <a:gdLst/>
              <a:ahLst/>
              <a:cxnLst/>
              <a:rect l="l" t="t" r="r" b="b"/>
              <a:pathLst>
                <a:path w="4570095" h="589279">
                  <a:moveTo>
                    <a:pt x="4275964" y="588775"/>
                  </a:moveTo>
                  <a:lnTo>
                    <a:pt x="294383" y="588775"/>
                  </a:lnTo>
                  <a:lnTo>
                    <a:pt x="248057" y="585108"/>
                  </a:lnTo>
                  <a:lnTo>
                    <a:pt x="203285" y="574325"/>
                  </a:lnTo>
                  <a:lnTo>
                    <a:pt x="160861" y="556752"/>
                  </a:lnTo>
                  <a:lnTo>
                    <a:pt x="121578" y="532719"/>
                  </a:lnTo>
                  <a:lnTo>
                    <a:pt x="86224" y="502551"/>
                  </a:lnTo>
                  <a:lnTo>
                    <a:pt x="56056" y="467197"/>
                  </a:lnTo>
                  <a:lnTo>
                    <a:pt x="32023" y="427913"/>
                  </a:lnTo>
                  <a:lnTo>
                    <a:pt x="14450" y="385490"/>
                  </a:lnTo>
                  <a:lnTo>
                    <a:pt x="3667" y="340718"/>
                  </a:lnTo>
                  <a:lnTo>
                    <a:pt x="0" y="294388"/>
                  </a:lnTo>
                  <a:lnTo>
                    <a:pt x="3667" y="248057"/>
                  </a:lnTo>
                  <a:lnTo>
                    <a:pt x="14450" y="203285"/>
                  </a:lnTo>
                  <a:lnTo>
                    <a:pt x="32023" y="160861"/>
                  </a:lnTo>
                  <a:lnTo>
                    <a:pt x="56056" y="121577"/>
                  </a:lnTo>
                  <a:lnTo>
                    <a:pt x="86224" y="86224"/>
                  </a:lnTo>
                  <a:lnTo>
                    <a:pt x="121578" y="56056"/>
                  </a:lnTo>
                  <a:lnTo>
                    <a:pt x="160861" y="32023"/>
                  </a:lnTo>
                  <a:lnTo>
                    <a:pt x="203285" y="14450"/>
                  </a:lnTo>
                  <a:lnTo>
                    <a:pt x="248057" y="3667"/>
                  </a:lnTo>
                  <a:lnTo>
                    <a:pt x="294387" y="0"/>
                  </a:lnTo>
                  <a:lnTo>
                    <a:pt x="4275960" y="0"/>
                  </a:lnTo>
                  <a:lnTo>
                    <a:pt x="4322290" y="3667"/>
                  </a:lnTo>
                  <a:lnTo>
                    <a:pt x="4367062" y="14450"/>
                  </a:lnTo>
                  <a:lnTo>
                    <a:pt x="4409486" y="32023"/>
                  </a:lnTo>
                  <a:lnTo>
                    <a:pt x="4448770" y="56056"/>
                  </a:lnTo>
                  <a:lnTo>
                    <a:pt x="4484124" y="86224"/>
                  </a:lnTo>
                  <a:lnTo>
                    <a:pt x="4514291" y="121577"/>
                  </a:lnTo>
                  <a:lnTo>
                    <a:pt x="4538325" y="160861"/>
                  </a:lnTo>
                  <a:lnTo>
                    <a:pt x="4555897" y="203285"/>
                  </a:lnTo>
                  <a:lnTo>
                    <a:pt x="4566681" y="248057"/>
                  </a:lnTo>
                  <a:lnTo>
                    <a:pt x="4569911" y="288870"/>
                  </a:lnTo>
                  <a:lnTo>
                    <a:pt x="4569911" y="299905"/>
                  </a:lnTo>
                  <a:lnTo>
                    <a:pt x="4566681" y="340718"/>
                  </a:lnTo>
                  <a:lnTo>
                    <a:pt x="4555897" y="385490"/>
                  </a:lnTo>
                  <a:lnTo>
                    <a:pt x="4538325" y="427913"/>
                  </a:lnTo>
                  <a:lnTo>
                    <a:pt x="4514291" y="467197"/>
                  </a:lnTo>
                  <a:lnTo>
                    <a:pt x="4484124" y="502551"/>
                  </a:lnTo>
                  <a:lnTo>
                    <a:pt x="4448770" y="532719"/>
                  </a:lnTo>
                  <a:lnTo>
                    <a:pt x="4409486" y="556752"/>
                  </a:lnTo>
                  <a:lnTo>
                    <a:pt x="4367062" y="574325"/>
                  </a:lnTo>
                  <a:lnTo>
                    <a:pt x="4322290" y="585108"/>
                  </a:lnTo>
                  <a:lnTo>
                    <a:pt x="4275964" y="588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6481" y="5479900"/>
            <a:ext cx="212788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50">
                <a:latin typeface="Comic Sans MS"/>
                <a:cs typeface="Comic Sans MS"/>
              </a:rPr>
              <a:t>Siddhika Shah</a:t>
            </a:r>
            <a:endParaRPr sz="1850" dirty="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92472" y="5440649"/>
            <a:ext cx="400050" cy="400050"/>
            <a:chOff x="4292472" y="5440649"/>
            <a:chExt cx="400050" cy="400050"/>
          </a:xfrm>
        </p:grpSpPr>
        <p:sp>
          <p:nvSpPr>
            <p:cNvPr id="17" name="object 17"/>
            <p:cNvSpPr/>
            <p:nvPr/>
          </p:nvSpPr>
          <p:spPr>
            <a:xfrm>
              <a:off x="4292472" y="544064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39244" y="400035"/>
                  </a:moveTo>
                  <a:lnTo>
                    <a:pt x="60786" y="400035"/>
                  </a:lnTo>
                  <a:lnTo>
                    <a:pt x="37125" y="395258"/>
                  </a:lnTo>
                  <a:lnTo>
                    <a:pt x="17803" y="382231"/>
                  </a:lnTo>
                  <a:lnTo>
                    <a:pt x="4776" y="362908"/>
                  </a:lnTo>
                  <a:lnTo>
                    <a:pt x="0" y="339247"/>
                  </a:lnTo>
                  <a:lnTo>
                    <a:pt x="0" y="60788"/>
                  </a:lnTo>
                  <a:lnTo>
                    <a:pt x="4776" y="37126"/>
                  </a:lnTo>
                  <a:lnTo>
                    <a:pt x="17803" y="17804"/>
                  </a:lnTo>
                  <a:lnTo>
                    <a:pt x="37125" y="4776"/>
                  </a:lnTo>
                  <a:lnTo>
                    <a:pt x="60786" y="0"/>
                  </a:lnTo>
                  <a:lnTo>
                    <a:pt x="339244" y="0"/>
                  </a:lnTo>
                  <a:lnTo>
                    <a:pt x="362907" y="4776"/>
                  </a:lnTo>
                  <a:lnTo>
                    <a:pt x="382230" y="17804"/>
                  </a:lnTo>
                  <a:lnTo>
                    <a:pt x="395258" y="37126"/>
                  </a:lnTo>
                  <a:lnTo>
                    <a:pt x="400035" y="60788"/>
                  </a:lnTo>
                  <a:lnTo>
                    <a:pt x="400035" y="339247"/>
                  </a:lnTo>
                  <a:lnTo>
                    <a:pt x="395257" y="362908"/>
                  </a:lnTo>
                  <a:lnTo>
                    <a:pt x="382230" y="382231"/>
                  </a:lnTo>
                  <a:lnTo>
                    <a:pt x="362906" y="395258"/>
                  </a:lnTo>
                  <a:lnTo>
                    <a:pt x="339244" y="400035"/>
                  </a:lnTo>
                  <a:close/>
                </a:path>
              </a:pathLst>
            </a:custGeom>
            <a:solidFill>
              <a:srgbClr val="209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0885" y="5553493"/>
              <a:ext cx="60325" cy="247015"/>
            </a:xfrm>
            <a:custGeom>
              <a:avLst/>
              <a:gdLst/>
              <a:ahLst/>
              <a:cxnLst/>
              <a:rect l="l" t="t" r="r" b="b"/>
              <a:pathLst>
                <a:path w="60325" h="247014">
                  <a:moveTo>
                    <a:pt x="55460" y="81800"/>
                  </a:moveTo>
                  <a:lnTo>
                    <a:pt x="4114" y="81800"/>
                  </a:lnTo>
                  <a:lnTo>
                    <a:pt x="4114" y="246964"/>
                  </a:lnTo>
                  <a:lnTo>
                    <a:pt x="55460" y="246964"/>
                  </a:lnTo>
                  <a:lnTo>
                    <a:pt x="55460" y="81800"/>
                  </a:lnTo>
                  <a:close/>
                </a:path>
                <a:path w="60325" h="247014">
                  <a:moveTo>
                    <a:pt x="59766" y="25920"/>
                  </a:moveTo>
                  <a:lnTo>
                    <a:pt x="33845" y="0"/>
                  </a:lnTo>
                  <a:lnTo>
                    <a:pt x="25920" y="0"/>
                  </a:lnTo>
                  <a:lnTo>
                    <a:pt x="0" y="25920"/>
                  </a:lnTo>
                  <a:lnTo>
                    <a:pt x="0" y="33845"/>
                  </a:lnTo>
                  <a:lnTo>
                    <a:pt x="25920" y="59766"/>
                  </a:lnTo>
                  <a:lnTo>
                    <a:pt x="33845" y="59766"/>
                  </a:lnTo>
                  <a:lnTo>
                    <a:pt x="59766" y="33845"/>
                  </a:lnTo>
                  <a:lnTo>
                    <a:pt x="59766" y="29883"/>
                  </a:lnTo>
                  <a:lnTo>
                    <a:pt x="59766" y="25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8637" y="5631358"/>
              <a:ext cx="159747" cy="16908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28361" y="5476822"/>
            <a:ext cx="7232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omic Sans MS"/>
                <a:cs typeface="Comic Sans MS"/>
              </a:rPr>
              <a:t>Follow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83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694</Words>
  <Application>Microsoft Office PowerPoint</Application>
  <PresentationFormat>Custom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Black</vt:lpstr>
      <vt:lpstr>Calibri</vt:lpstr>
      <vt:lpstr>Comic Sans MS</vt:lpstr>
      <vt:lpstr>Times New Roman</vt:lpstr>
      <vt:lpstr>Office Theme</vt:lpstr>
      <vt:lpstr>Hii, Iam Siddhika</vt:lpstr>
      <vt:lpstr>Today Content</vt:lpstr>
      <vt:lpstr>PowerPoint Presentation</vt:lpstr>
      <vt:lpstr> SWITCH</vt:lpstr>
      <vt:lpstr>TRUE</vt:lpstr>
      <vt:lpstr> FALSE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siddhika shah</cp:lastModifiedBy>
  <cp:revision>2</cp:revision>
  <dcterms:created xsi:type="dcterms:W3CDTF">2024-09-15T17:18:49Z</dcterms:created>
  <dcterms:modified xsi:type="dcterms:W3CDTF">2025-02-23T16:54:26Z</dcterms:modified>
</cp:coreProperties>
</file>